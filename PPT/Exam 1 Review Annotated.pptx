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ink/ink1.xml" ContentType="application/inkml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4.xml" ContentType="application/vnd.openxmlformats-officedocument.presentationml.notesSlide+xml"/>
  <Override PartName="/ppt/ink/ink2.xml" ContentType="application/inkml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5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ink/ink3.xml" ContentType="application/inkml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6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301" r:id="rId2"/>
    <p:sldId id="265" r:id="rId3"/>
    <p:sldId id="472" r:id="rId4"/>
    <p:sldId id="585" r:id="rId5"/>
    <p:sldId id="603" r:id="rId6"/>
    <p:sldId id="625" r:id="rId7"/>
    <p:sldId id="626" r:id="rId8"/>
    <p:sldId id="627" r:id="rId9"/>
    <p:sldId id="587" r:id="rId10"/>
    <p:sldId id="628" r:id="rId11"/>
    <p:sldId id="629" r:id="rId12"/>
    <p:sldId id="590" r:id="rId13"/>
    <p:sldId id="588" r:id="rId14"/>
    <p:sldId id="589" r:id="rId15"/>
    <p:sldId id="544" r:id="rId16"/>
    <p:sldId id="591" r:id="rId17"/>
    <p:sldId id="592" r:id="rId18"/>
    <p:sldId id="593" r:id="rId19"/>
    <p:sldId id="630" r:id="rId20"/>
    <p:sldId id="636" r:id="rId21"/>
    <p:sldId id="596" r:id="rId22"/>
    <p:sldId id="595" r:id="rId23"/>
    <p:sldId id="597" r:id="rId24"/>
    <p:sldId id="598" r:id="rId25"/>
    <p:sldId id="599" r:id="rId26"/>
    <p:sldId id="600" r:id="rId27"/>
    <p:sldId id="601" r:id="rId28"/>
    <p:sldId id="631" r:id="rId29"/>
    <p:sldId id="632" r:id="rId30"/>
    <p:sldId id="633" r:id="rId31"/>
    <p:sldId id="634" r:id="rId32"/>
    <p:sldId id="635" r:id="rId33"/>
  </p:sldIdLst>
  <p:sldSz cx="12192000" cy="6858000"/>
  <p:notesSz cx="6858000" cy="9144000"/>
  <p:embeddedFontLst>
    <p:embeddedFont>
      <p:font typeface="Cambria Math" panose="02040503050406030204" pitchFamily="18" charset="0"/>
      <p:regular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Lato Light" panose="020F0502020204030203" pitchFamily="34" charset="0"/>
      <p:regular r:id="rId40"/>
      <p:bold r:id="rId41"/>
      <p:italic r:id="rId42"/>
      <p:boldItalic r:id="rId43"/>
    </p:embeddedFont>
    <p:embeddedFont>
      <p:font typeface="Roboto Slab" pitchFamily="2" charset="0"/>
      <p:regular r:id="rId44"/>
      <p:bold r:id="rId45"/>
    </p:embeddedFont>
  </p:embeddedFontLst>
  <p:custDataLst>
    <p:tags r:id="rId4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9" roundtripDataSignature="AMtx7mh8+V1nZDCJuCgwzr3Qy4UygyyS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47C074C-A82D-4799-AD4D-ECD6B58B4DEF}">
  <a:tblStyle styleId="{947C074C-A82D-4799-AD4D-ECD6B58B4DEF}" styleName="Table_0">
    <a:wholeTbl>
      <a:tcTxStyle b="off" i="off">
        <a:font>
          <a:latin typeface="Lato Light"/>
          <a:ea typeface="Lato Light"/>
          <a:cs typeface="Lato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5E6E7"/>
          </a:solidFill>
        </a:fill>
      </a:tcStyle>
    </a:wholeTbl>
    <a:band1H>
      <a:tcTxStyle/>
      <a:tcStyle>
        <a:tcBdr/>
        <a:fill>
          <a:solidFill>
            <a:srgbClr val="EAC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AC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765" autoAdjust="0"/>
    <p:restoredTop sz="92606"/>
  </p:normalViewPr>
  <p:slideViewPr>
    <p:cSldViewPr snapToGrid="0">
      <p:cViewPr varScale="1">
        <p:scale>
          <a:sx n="64" d="100"/>
          <a:sy n="64" d="100"/>
        </p:scale>
        <p:origin x="51" y="9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69" Type="http://customschemas.google.com/relationships/presentationmetadata" Target="metadata"/><Relationship Id="rId8" Type="http://schemas.openxmlformats.org/officeDocument/2006/relationships/slide" Target="slides/slide7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6T14:42:29.6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1944 1817 7359 0,'-1'-3'656'0,"-1"1"-528"0,1 0-128 0,0 1 0 0,1 1 1296 0,-2-2 240 0,1 1 32 0,-2-3 16 0,-1-1 896 0,1 3 176 15,0-1 32-15,2 0 16 16,2 3-304-16,2 0-64 0,0 3-16 0,2 0 0 16,1 2-592-16,-6-5-128 0,0 0-32 0,0 0 0 15,0 0-528-15,0 0-96 0,52 53-32 0,-52-53 0 16,0 0-432-16,0 0-96 0,43 55 0 0,-43-55-16 15,0 0-176-15,39 65-48 0,-39-65 0 0,28 52 0 500,-28-52-144-500,33 63 160 0,-33-63-160 0,31 70 160 0,-31-70-160 0,33 69 0 0,-33-69 144 0,29 65-144 0,-29-65 128 0,28 59-128 0,-28-59 160 0,24 47-160 0,-24-47 192 0,0 0-48 0,30 54-16 0,-30-54 0 0,0 0 48 0,0 0 0 0,24 43 0 0,-21-36 0 0,0-1 32 0,-2-2 16 0,1 1 0 0,-2-1 0 0,0-3-48 0,0 1-16 0,0-1 0 0,-2 0 0 0,1-1-160 0,-1 0 0 0,1 2 144 0,0-4-144 0,-1 2 0 0,1 0 0 0,-1 0 0 0,-1-1 0 0,1 1 0 0,-1-1 0 0,0-1 0 0,-1 1 0 0,0-2-560 0,1 0-80 0,-2-1 0 0,0-2-12368 0,1 1-2480 0</inkml:trace>
  <inkml:trace contextRef="#ctx0" brushRef="#br0" timeOffset="186.99">2508 1754 18431 0,'-3'1'816'0,"2"0"160"0,1 1-784 0,-2-1-192 0,2 1 0 0,-1-1 0 0,-1 2 1920 0,0 3 352 0,-1 3 64 0,-3 4 16 0,-1 4 384 0,-1 3 80 0,-1 1 0 0,-2 3 16 0,-2 3-1536 0,-1 1-304 0,0 3-64 0,-2 0-16 0,1 0-368 0,-2 2-80 0,-3 5-16 0,-1 2 0 0,2-4-160 0,0-2-32 0,0 0-16 0,1-1 0 0,-2-1-64 0,3-4-16 0,0-1 0 0,2-6 0 0,1-1-160 0,-1-3 128 0,3 0-128 0,0-1 128 0,4-4-128 0,-2 0 192 0,2 0-192 0,-1 0 192 0,1-2-64 0,1-2 0 0,1-1 0 0,2-1 0 0,-2-1-128 0,2 0 0 0,1-1 0 0,0 0 128 0,0-1-128 0,1-2 0 16,0 1 0-16,1-1 0 0,-1 1 0 0,1-1 0 15,1 2 0-15,-2-3 0 16,1 1 0-16,-2 1-192 16,0-1 64-1,1 1 128 1,-1-2-560-16,-1 0 16 0,1 0 0 0,0 0 0 15,0-2-640-15,2 1-128 0,-1-2-32 32,4-1-16048-17</inkml:trace>
  <inkml:trace contextRef="#ctx0" brushRef="#br0" timeOffset="1362.82">2665 2528 7359 0,'-2'1'656'0,"1"-1"-528"0,-1 0-128 0,2 0 0 0,0 0 1168 0,0 0 208 0,0 2 32 0,0-2 16 0,2 0 1392 0,1 1 256 0,1-1 64 0,-4 0 16 16,0 0-656-16,0 0-128 0,0 0-16 0,0 0-16 15,0 0-800-15,59-4-176 16,-59 4-16-16,0 0-16 0,0 0-496 0,48-10-112 16,-48 10-16-16,0 0 0 0,0 0-208 0,0 0-48 0,60-7-16 0,-60 7 0 31,0 0-192-31,0 0-48 0,0 0 0 0,0 0 0 0,0 0-32 0,0 0-16 15,56 1 0-15,-52-1 0 0,1 0-144 0,-3 0 160 16,0 0-160 187,-1 2 160-203,1-2-160 0,-4 0 0 16,1 0 0-16,-2 1 0 0,-1 1-160 0,0-2-64 0,-4 2-16 0,1 1-12240 0,-1 0-2464 0</inkml:trace>
  <inkml:trace contextRef="#ctx0" brushRef="#br0" timeOffset="1772.6">3459 1892 14735 0,'-5'-3'1312'0,"3"2"-1056"0,0 1-256 0,2 0 0 0,0 0 720 0,0 0 96 0,-1-2 16 0,-2 2 0 0,0 0 1312 0,2 5 272 16,-1 0 48-16,2 5 16 0,2 4-592 0,0 3-112 16,1 3-32-16,0 1 0 0,0 0-576 0,-3-21-112 15,10 56-32-15,-5-24 0 0,1-1-272 0,-6-31-64 16,14 62-16-16,-14-62 0 0,14 62-256 0,-14-62-48 15,13 57-16-15,-13-57 0 0,10 47-96 0,-10-47-32 0,6 39 0 16,-4-23 0-16,0-2-48 16,-1-3-16-16,1-1 0 0,-1-2 0 0,1 0 32 0,-2-3 0 0,0-1 0 15,0-2 0-15,0 1-16 0,0-2 0 0,0-1 0 16,-2-1 0-16,1-1-48 16,-1 1 0-1,1-2 0-15,-2 0 0 16,2 0-128-1,-2-1 0-15,0 1 144 16,0-1-144-16,2 0 0 0,-3 0 0 0,1 1 0 0,0-1 0 16,-1-1-208-16,1 1-64 0,-1 0-16 0,1 0-12448 0,0-2-2496 0</inkml:trace>
  <inkml:trace contextRef="#ctx0" brushRef="#br0" timeOffset="2048.85">3302 2204 10127 0,'1'0'448'0,"1"0"96"0,0 0-544 0,1 0 0 0,0 0 0 0,-2 0 0 0,4 2 2784 0,0-2 448 15,-5 0 96-15,0 0 0 0,0 0 96 0,70 4 16 0,-70-4 0 0,0 0 0 16,74-3-1600-16,-74 3-320 0,0 0-64 0,67-6-16 16,-67 6-736-16,0 0-160 15,52-8-32-15,-36 5 0 0,-2 0-256 0,0 1-64 0,-1-1-16 0,-2 0 0 16,-3 1-176-16,-1 1 0 0,1-2 144 0,-3 3-144 15,1-1 0-15,-3 1 0 0,1 0 0 0,-3 0-128 16,2 0-1248-16,-1 0-240 0</inkml:trace>
  <inkml:trace contextRef="#ctx0" brushRef="#br0" timeOffset="2522.53">3824 2101 4607 0,'2'4'192'0,"-2"-2"64"0,1 1-256 0,1 1 0 0,-2-1 0 0,0 0 0 0,0 2 2368 0,1 4 448 16,1 6 64-16,-1 5 32 0,-1-20 576 0,4 48 112 0,-4-48 32 0,6 49 0 16,-6-49-1424-16,4 43-288 0,-4-43-48 0,4 37-16 15,-4-37-704-15,0 0-128 16,9 41-48-16,-9-41 0 0,0 0-416 0,0 0-96 0,0 0-16 0,12 46 0 15,-12-46-192-15,0 0-64 16,0 0 0-16,0 0 0 0,0 0-192 0,0 0 176 16,0 0-176-16,0 0 160 0,0 0-160 0,0 0 0 0,0 0 144 0,0 0-144 15,0 0 160-15,0 0-32 0,0 0-128 0,2 6 192 16,-2-10-64-16,0-3-128 16,0 1 176-16,0-3-176 0,1 2 144 0,1-1-144 15,1-1 0-15,-2 1 144 0,2-2-144 0,0 2 0 16,1-2 0-16,0-2 128 0,2 2-128 0,-2 1 0 15,2-1 144-15,-1 1-144 0,1 2 0 16,0 0 144-16,-1 0-144 0,1 0 0 0,0 0 176 16,-1 0-176-16,1 1 160 0,-2 1-160 0,0-1 160 0,1 3-160 0,-1-1 160 15,-1 1-160 1,-1 0 176-16,1 0-176 0,0 2 192 0,0 0-192 0,0-1 128 0,0 1-128 0,-1-2 0 0,3 0 0 16,-1 2 0-16,0-2 0 15,2 0 0-15,-1 2 0 0,1-2 0 0,1 1 0 0,-3 1 0 0,3-2 0 16,0 2 0-16,1-2 0 0,-1 0-128 0,0 0 128 15,0 2-480 17,-2-1 0-32,0 2 0 0,0 0 0 0,0 2-1408 0,0-2-288 0</inkml:trace>
  <inkml:trace contextRef="#ctx0" brushRef="#br0" timeOffset="3122.98">4528 2339 7359 0,'6'-8'320'0,"-4"4"80"0,1 0-400 0,-1 0 0 0,-2 1 0 0,0 0 0 0,1 0 2704 0,-1-2 464 0,1-2 96 0,1-5 0 15,-2 1 384-15,-2-3 80 0,1 1 16 0,-3 0 0 16,-2 1-1648-16,1 0-336 0,-3 2-64 16,0 1-16-16,-2 0-768 0,-1 1-144 0,0 2-48 15,-1 0 0-15,-1 2-416 0,1 3-96 0,2-1-16 0,0 4 0 16,0-1-192-16,-3 3 128 0,1 2-128 0,-2 2 0 16,1 2 0-16,2 4 0 0,-1 2 0 0,2 1 0 15,3 1 0-15,2 2 0 0,-1 1 0 16,3 1 0-16,3 0 0 0,0-2 0 0,2 0 0 15,-2-20 0-15,0 0 0 0,15 46 0 0,-15-46-160 0,0 0 160 16,0 0-176-16,0 0 176 0,50 45-208 16,-50-45 80-1,0 0 128-15,0 0 0 0,0 0 0 0,59 2-128 0,-59-2 128 0,0 0 0 0,38-18 0 16,-25 9-128-16,-2-1 128 0,-1 0 0 0,0 2 0 16,-2-2 0-16,-1 0 0 0,0-1 144 0,0-1-144 0,-2 0 160 0,-1 2 0 0,-1-1 0 15,-2 2 0-15,-1 1 0 0,0 2 112 16,0 2 32-1,-1 2 0-15,-1 1 0 0,1 2 16 0,0 1 0 0,-1 2 0 0,2 2 0 16,0 2-112-16,2 3-16 0,-2 2 0 0,0-13 0 16,4 30-64-16,-4-30-128 0,0 0 176 0,13 44-176 31,-13-44 128-31,0 0-128 0,0 0 0 0,24 53 0 0,-24-53 128 0,0 0-128 0,0 0 0 0,0 0 0 0,42 50 0 31,-42-50 0-31,0 0 0 0,0 0 0 0,0 0 880 0,0 0 112 0,0 0 32 0,51-9 0 16,-44 2-1888-1,0-1-368-15,-1 1-80 0,-1-2-16 0,-1 1 64 0,-1-1 16 0</inkml:trace>
  <inkml:trace contextRef="#ctx0" brushRef="#br0" timeOffset="3430.37">4870 2193 19343 0,'-3'0'848'16,"2"1"192"-16,-1 1-832 0,1-1-208 0,1 2 0 0,0-2 0 0,-2 2 2176 0,2 3 384 0,-1 2 64 0,1 5 32 0,-1 1 240 0,1 3 48 16,0-1 16-16,1 1 0 0,0-2-2000 0,1-1-416 15,-1 1-80-15,-1-15-16 16,0 0-304-16,0 0-144 0,14 42 128 0,-14-42-128 0,0 0 0 0,0 0 0 15,0 0 0-15,0 0 0 0,0 0 0 0,0 0 0 16,0 0 128-16,0 0-128 0,0 0 0 0,0 0 0 16,0 0 0-16,0 0 0 15,0 0-768-15,0 0-48 0,0 0 0 0,0 0-16720 16</inkml:trace>
  <inkml:trace contextRef="#ctx0" brushRef="#br0" timeOffset="3933.06">5141 2196 6447 0,'6'3'576'0,"-3"-2"-576"0,1 0 0 0,-1 1 0 0,-1 1 1440 0,0 0 176 0,-1 1 48 0,-1-4 0 15,0 0 1440 1,0 0 288-1,33 53 64 1,-33-53 16 0,0 0-1472-16,31 67-288 0,-31-67-64 0,0 0-16 15,22 55-672-15,-22-55-128 0,0 0-16 16,0 0-16-16,22 52-240 16,-20-43-48-16,1-2-16 0,-1-2 0 0,-1 1-144 0,-2-5-32 0,1 1 0 0,0-2 0 0,-2 0-96 0,-1-3-32 0,1-1 0 15,0-2 0-15,-1 1 208 0,1-4 48 0,-1-2 0 0,-2-2 0 0,3-1-80 0,-1-3-16 0,1-3 0 16,1 0 0-16,-2 2-144 0,3-2-16 0,0-4-16 0,2-3 0 0,0 2-176 0,3 0 0 0,0-2 0 0,1 1 0 0,1 6 0 0,0 5-192 15,0 1 0-15,-1 3 16 0,1 1-80 0,1 1-32 16,1 1 0 0,2 2 0-16,-1 2 32 0,1 2 0 0,-11 2 0 31,0 0 0-31,0 0 256 0,0 0-128 0,71 15 128 0,-71-15 0 16,0 0 0-16,0 0 0 0,55 52 192 0,-55-52-48 15,27 46 176-15,-27-46 48 0,25 63 0 0,-25-63 0 0,17 60 48 0,-17-60 16 0,12 53 0 0,-12-53 0 0,7 41 0 0,-7-41 0 16,5 32 0-16,-3-19 0 15,-2-13 0-15,0 0 0 0,0 0 0 0,0 0 0 0,0 0-176 0,15 45-48 0,-12-42 0 16,-2 0 0-16,2-2-208 0,-1-1 0 16,-1-3 0-16,-1 0 0 15,0 1-480-15,-1-4-96 0,-1 0 0 0,-1-1-18960 0</inkml:trace>
  <inkml:trace contextRef="#ctx0" brushRef="#br0" timeOffset="5305.31">7776 2097 6447 0,'2'-1'576'0,"-2"-1"-576"0,0 1 0 0,0-1 0 0,0 2 1104 0,-1-1 112 0,0-1 32 0,-1 0 0 16,-1-3 1760-16,-1 1 368 0,-3 0 64 0,-1 1 16 15,-1 0-688-15,-2 3-128 0,0 2-16 0,-4 2-16 16,0 0-1120-16,-1 3-208 0,-1 2-64 0,0 1 0 16,-1 1-576-16,1 2-128 0,2 1-32 0,0-2 0 15,6 3-272-15,1-3-48 0,3 2-16 16,3-2 0-16,2 0-144 0,0-12 0 0,0 0 0 0,0 0 0 15,0 0 0-15,31 53 0 0,-31-53 0 0,0 0 0 16,0 0-160-16,58 29 160 0,-58-29 0 0,0 0-144 16,67 13 144 499,-67-13-160-515,52 6 160 0,-52-6-160 0,0 0 160 0,71 11-128 0,-71-11 128 0,0 0-128 0,0 0 128 0,0 0 0 16,0 0 0-16,56 37 0 0,-59-29 0 0,-1-1 0 0,-3 0 0 0,-3 0 0 0,-1 1 0 0,-3-1-128 0,-2 0 128 0,-1-2 0 0,2 1 0 0,-2-3 128 0,1 0 0 0,-1-3 0 0,0 1 144 0,0-2 48 0,0-2 0 0,2-1 0 0,2-1-128 0,0 0-32 0,4 0 0 0,0 0 0 0,2-1-352 0,1 0-80 0,2 1-16 0,1 1 0 0,3-1-896 0,3 2-176 0,0-1-48 0,3 3-14736 0</inkml:trace>
  <inkml:trace contextRef="#ctx0" brushRef="#br0" timeOffset="5477.01">8044 1858 22111 0,'1'-8'1968'0,"1"-1"-1584"0,-1 4-384 0,-1 2 0 0,2 1 1024 0,-2-2 128 0,2-3 32 0,1-4 0 0,2-2 1632 0,-1 5 320 0,1 2 64 0,0 7 0 0,-5-1-1856 0,0 0-384 0,0 0-80 0,17 55-16 0,-17-55-368 0,7 51-80 0,-7-51-16 0,7 57 0 0,-7-57-80 0,7 69 0 0,-2-29-16 0,-2 1 0 0,2-2-144 0,-3 1-32 0,1-2 0 0,0-4 0 0,-3-34-128 0,7 55 0 31,-7-55 0-31,4 44 0 0,-4-44 0 0,2 33 0 0,-2-20 0 0,-3-1 0 0,0-3 128 0,0 0-128 0,0 1 0 0,-1-5 128 0,1 1-128 0,-2-3 0 0,2 1 0 0,0-2 0 0,0-2 0 0,2 0 0 0,-1-3 0 0,1-2 0 0,1 0 0 0,0-2 0 0,1-3 0 0,1-3 0 0,1 0 0 0,-1-4 0 0,3-1 128 0,0-2-128 0,1-2 0 0,2 1 0 0,2-1 0 0,0 4 128 0,0 0-128 0,3-1 0 0,1-2 0 0,2 1 0 0,-1 2 0 0,-2 4 0 0,-2 1 0 0,-1 2 0 0,3-1 0 0,-1 0 0 0,3 0 0 0,-3 3 0 0,1 2 0 0,0-1 0 0,-2 6 0 0,-3-1 0 0,1 3 0 0,-9 0 0 0,0 0 0 0,0 0 0 0,0 0 0 0,0 0 0 16,47 48 0-16,-47-48 0 0,0 0 128 0,19 55-128 15,-19-55 192 1,0 0-64-16,14 64 16 0,-14-64 0 0,8 39 0 0,-8-39 0 0,0 0-144 0,9 47 0 0,-9-47 0 16,0 0 128-16,0 0-128 0,0 0 0 0,0 0 0 15,0 0 0 1,17 46-240 0,-15-44-80 15,-1-1 0-31,2-1-16 0,-2 0-912 0,1 0-176 0</inkml:trace>
  <inkml:trace contextRef="#ctx0" brushRef="#br0" timeOffset="5962.01">8855 2298 11967 0,'6'-2'1072'0,"-4"1"-864"0,1-1-208 0,0-1 0 0,-2 2 1760 0,1 0 304 0,-1-2 64 0,2-1 16 0,3-2 1280 0,1-4 256 0,1-3 48 0,-1 1 16 0,0-2-1728 0,-1-2-352 0,-3 2-64 0,0-2 0 16,-2 1-736-16,-2-1-144 0,-2 1-16 0,-1 2-16 0,1 3-304 0,-3 2-48 0,-1-2-16 0,-1 1 0 16,-5 1-32-16,-3 2-16 15,1 2 0-15,-1 1 0 0,2 3-112 0,0 3-32 16,0 1 0-16,0 2 0 0,0 2-128 0,1 2 0 16,0 3 0-16,2 1 0 0,2 1 0 0,4 1 0 15,-1 1 0 1,3 1 0-16,3 4 0 0,0-22 0 0,7 39 0 0,-7-39 0 0,0 0-192 15,0 0 16 1,39 57 16-16,-39-57 0 16,0 0-32-16,0 0-16 0,0 0 0 0,69 17 0 0,-69-17 208 15,28-9-144-15,-14 2 144 0,-1-3-128 0,0 2 128 0,-2-4 0 0,0 1 0 0,0 0 0 0,-2-2 0 0,-1 3 0 16,-2 0 128-16,0 0-128 0,-3-1 256 0,-1-2-32 16,0 2 0-16,-2 1 0 0,-2 3 128 0,1 1 32 0,-2 2 0 15,-1 3 0-15,1 2-128 0,0 1-32 0,-1 2 0 16,1 2 0-16,2 2-96 15,-1 2 0-15,1 0-128 0,1 1 192 0,1 2-192 0,-1-13 0 0,0 0 128 0,16 49-128 16,-16-49 0-16,0 0 0 0,0 0 0 0,37 60 0 16,-37-60 0-16,0 0 0 0,0 0 0 0,0 0 0 31,56 38-464-15,-56-38-48-16,0 0 0 15,0 0 0-15,47-6-896 0,-36 0-192 0</inkml:trace>
  <inkml:trace contextRef="#ctx0" brushRef="#br0" timeOffset="6438.25">9208 2276 25791 0,'1'6'2304'0,"-1"0"-1856"0,0-1-448 0,0-2 0 0,2 3 1184 0,-2 1 144 0,0-7 16 0,1 35 16 0,-1-35 1264 0,3 60 240 16,-3-60 48-16,4 62 16 0,-4-62-2160 0,3 55-416 15,-4-31-96-15,1-3 0 0,0-1-256 0,0 0 0 16,0-20 0-16,4 38 0 0,-4-38 0 0,0 0 0 15,0 0 0-15,16 51 0 0,-16-51 0 0,0 0 0 16,0 0 0-16,0 0 0 0,0 0 0 0,0 0 0 16,0 0 0-16,0 0 0 0,0 0 0 0,0 0-128 15,11-12 128-15,-14-3 0 0,-1-5 0 0,-2-3 0 16,0-4 0-16,1-2 0 0,-2-2 208 16,1-3 0-16,0 1 0 0,1-2 0 0,1-5 16 0,-1 2 0 0,4 4 0 0,1 0 0 15,0-1-224-15,3-2 176 31,1 4-176-31,2 4 160 0,-1 5-160 0,4 0 0 0,1-3 0 0,4 1 0 0,1 2 0 0,2 0 0 0,2 4 0 0,0 1 0 16,3 4 0 0,-3 4 0-16,3 3 0 0,-1 3 0 0,-21 5-192 0,0 0 192 0,55 1-192 15,-55-1 192 1,0 0-160-16,0 0 160 0,65 40 0 0,-65-40-144 0,0 0 144 0,28 52 0 0,-28-52 0 0,3 44 0 16,-5-23 0-16,-3-1 128 0,-4 2-128 0,-3 0 128 15,0-4 32-15,-3-1 16 0,-4 1 0 0,-3 1 0 16,-1-1 160-16,-1-2 48 0,0-2 0 0,3-2 0 15,3-2 0-15,1-1 0 0,4-4 0 0,2 0 0 16,2-2-384-16,2-2 0 0,1 0 0 0,2-2 128 16,1 0-576-16,2-1-128 0,0-1 0 0,2 0-16 15,0 1-416-15,2-1-80 32,1-1 0-32,2 1-17712 0</inkml:trace>
  <inkml:trace contextRef="#ctx0" brushRef="#br0" timeOffset="6948.58">9684 2255 21183 0,'-4'4'944'0,"1"-2"192"0,2-1-912 0,1 1-224 0,0-1 0 0,1 0 0 0,0 1 1904 0,1-1 336 0,2 2 64 0,-4-3 0 0,0 0 384 0,0 0 64 16,0 0 0-16,0 0 16 0,65 20-1760 0,-65-20-368 16,0 0-64-16,0 0 0 0,58 3-256 0,-58-3-32 15,0 0-16-15,48-10 0 16,-48 10-96-16,28-11-32 0,-12 3 0 0,-2 0 0 0,-1-2-144 0,-1-1 160 15,0 0-160-15,-2 1 160 0,-2 1-160 0,-1-1 160 16,-1 0-160-16,-2-2 160 16,-1-1-160-16,-2-3 0 0,-1 1 0 0,-4-1 128 15,0 1-128-15,-5-1 128 0,-1 4-128 0,-2 0 128 16,-4 4-128-16,1 1 192 0,-4 5-192 16,4 2 192-16,-1 2-192 0,1 3 128 0,-1 4-128 0,-1 2 128 0,2 6-128 0,0 4 0 15,4 3 0-15,1 3 0 0,3 1 0 16,3 2 0-16,4 1 0 0,0-31 0 0,7 62 0 0,-7-62 160 15,21 53-160-15,-21-53 160 16,0 0 112-16,44 56 32 0,-44-56 0 0,0 0 0 0,51 37 16 0,-51-37 0 16,0 0 0-16,0 0 0 0,70 22-176 31,-70-22-16-15,0 0-128-16,56 2 192 0,-56-2-192 0,0 0-256 0,55-6 48 0,-55 6 16 0,0 0-928 0,45-7-176 0</inkml:trace>
  <inkml:trace contextRef="#ctx0" brushRef="#br0" timeOffset="15174.99">12025 1358 23039 0,'-3'-4'2048'0,"0"0"-1648"0,2 1-400 0,1 1 0 0,0 1 448 0,-2-2 16 0,0-3 0 0,-4-2 0 15,-1 0 2256-15,-2-4 448 16,-1 5 96-16,-1 1 0 0,-2 6-1488 0,-2 6-304 0,-1 5-64 0,-3 8-16 15,-8 5-752-15,0 10-128 0,-1 2-48 0,-3 11 0 16,-3 10-96-16,-2 8-32 0,0 9 0 16,6 3 0-16,7-5 32 0,9-6 0 15,6-8 0-15,5-3 0 0,3 2-144 16,6-1-32-16,5 1 0 16,2-1 0-16,1-5-48 15,-2-3-16-15,0-5 0 0,-12-43 0 0,22 65 16 0,-22-65 0 0,23 53 0 0,-23-53 0 0,0 0 16 0,38 57 0 0,-38-57 0 16,0 0 0-16,0 0-160 15,51 36 192-15,-51-36-192 0,0 0 192 0,0 0-192 32,0 0-144-32,59 3 144 0,-50-7-208 0,-4 0-496 0,1-2-80 0,-2-2-32 0,1-1-19664 0</inkml:trace>
  <inkml:trace contextRef="#ctx0" brushRef="#br0" timeOffset="16051.89">12559 1658 24879 0,'-2'-6'1088'0,"2"3"256"0,0 0-1088 0,2 2-256 0,-1-1 0 15,-1 2 0-15,2 2 1440 0,-1 1 224 0,3 1 64 0,-4-4 0 0,0 0 720 0,0 0 160 0,30 65 16 0,-30-65 16 0,15 62-1696 0,-15-62-352 16,15 71-64-16,-11-33-16 0,2-1-160 0,-2-2-32 16,-1 0-16-1,1 5 0-15,1 4-176 0,0-2-128 0,0-1 192 0,0-6-192 16,-1-2 128-16,-4-33-128 0,10 49 0 0,-10-49 0 15,7 37 128-15,-7-37-128 0,0 0 0 0,0 0 0 0,7 38 144 516,-6-34-16-516,-1-2-128 0,-1-4 192 0,-1-2-64 0,-2-2 0 0,0-1-128 0,0-1 192 0,-2-3 0 0,2 2-16 16,0-1 0-16,-1 0 0 0,0-4-32 0,2-3 0 0,0-1 0 0,2-2 0 0,3 0-144 0,4-2 0 0,4-4 0 0,1 4 128 0,1 3-128 0,2 0 0 0,4-1 0 0,5-1 0 0,2 1 0 0,2 3-144 0,-3 6 144 0,-24 11 0 0,52-15-144 0,-52 15 144 0,0 0 0 0,78 10-144 0,-78-10 144 0,0 0-128 15,56 40 128-15,-56-40-128 0,0 0 128 0,37 66-128 0,-37-66 128 0,11 51-128 0,-11-24 128 0,-4-2-160 0,-6 2 160 0,-2-3-160 0,-5-1 160 0,-5-2 0 0,-2-1 0 0,-2-2 0 0,-3-1 0 0,1-1 192 0,0-4-32 0,2 1-16 0,2-4 112 0,0-2 0 0,5-2 16 0,2-3 0 0,3 1-128 0,1-2-16 0,2-1-128 0,1-1 192 0,3-1-192 0,2-1-128 0,4 0 128 16,1-1-208-16,3 1-240 0,2-1-32 0,-5 4-16 0,0 0 0 0,0 0-320 0,53-15-64 0,-53 15-16 0,0 0-18048 0</inkml:trace>
  <inkml:trace contextRef="#ctx0" brushRef="#br0" timeOffset="16332.57">13460 2306 12895 0,'0'-3'1152'0,"1"2"-928"0,1-1-224 0,-1 0 0 0,1 0 3808 0,-1 1 720 0,-1-1 144 0,2-1 16 0,0-2-1104 0,1-2-240 0,0-3-32 0,-2 0-16 0,2-1-2096 0,-3-1-432 0,0 3-64 0,-1 0-32 0,-2 1-224 0,0-2-32 0,-1 1-16 0,-2-1 0 0,-1-1-80 0,-3 1-32 0,2 0 0 0,-3 3 0 0,1 0-96 0,0 3-32 0,-1 1 0 0,-1 2 0 0,1 1 0 0,0 1 0 0,-1 2 0 0,2 0 0 0,2 1-160 0,-1 2 128 0,0 1-128 0,0 3 128 0,1 1-128 0,-1 2 0 0,5 1 0 0,0 0 0 0,2 3 0 0,2 0-144 0,2 0 144 16,2 0-160-16,-4-17-128 0,0 0-32 0,21 52 0 0,-21-52 0 0,0 0-80 0,0 0-32 0,47 48 0 0,-47-48 0 0,0 0 112 0,0 0 32 15,0 0 0-15,69 10 0 0,-69-10 288 16,0 0-160-16,37-17 160 0,-26 10-128 15,-1-2 128-15,-2 1 0 0,-1 1 0 0,0-2 0 0,-1-1 192 0,0 2-48 0,-2-2 0 16,-1 2 0-16,0 0 176 0,-2 1 48 31,0 2 0-31,-1-1 0 0,2 2-48 0,-2 1-16 0,0 0 0 16,0 3 0-16,0 0-160 0,-2 3-16 0,2 1-128 0,0 2 192 0,0 2 0 0,2 2-16 0,1 0 0 16,0 3 0-16,-3-13-16 0,0 0 0 0,0 0 0 15,26 49 0-15,-26-49-160 16,0 0 192-16,0 0-192 0,48 39 192 0,-48-39-64 0,0 0-128 0,0 0 192 0,0 0-64 15,68 11-128 1,-68-11 128-16,0 0-128 16,0 0 128-16,52-14-128 0,-40 7 0 15,-1 0 0-15,-2-2 0 0,-2 1-640 0,-2-2-144 0,0 0-48 0,-1 0-13264 0,-3-1-2672 16</inkml:trace>
  <inkml:trace contextRef="#ctx0" brushRef="#br0" timeOffset="16698.09">14055 1646 35007 0,'-2'-1'1552'15,"2"1"320"-15,0 0-1488 0,0 1-384 0,-1 1 0 0,0-1 0 0,1 2 1680 0,-2 1 272 0,1 5 48 0,-2 3 16 0,2 8-800 0,-1 4-176 16,1 3-16-16,-1 1-16 0,2 1-464 0,0 0-96 0,0 2 0 0,2 0-16 15,-2 0-176-15,1-2-16 0,1-1-16 0,-1-1 0 16,-1-27-224-16,7 55 0 0,-7-55 128 0,8 54-128 16,-8-54 0-16,9 42 0 15,-9-42 0-15,0 0 0 0,18 55 0 0,-18-55 0 16,0 0 0-16,0 0 0 0,26 48 0 0,-26-48 0 16,0 0-144-16,0 0 144 0,0 0-544 31,0 0-16-31,0 0 0 31,0 0 0-31,0 0-368 16,0 0-80 15,0 0-16-31,34-17-18432 16</inkml:trace>
  <inkml:trace contextRef="#ctx0" brushRef="#br0" timeOffset="16893.95">13857 2042 32255 0,'1'0'1424'0,"2"0"304"0,0 0-1392 0,3 0-336 0,-2-2 0 0,2 2 0 0,1-1 1600 0,-7 1 256 0,0 0 64 0,66-6 0 0,-66 6-304 0,79-7-48 0,-79 7-16 0,86-10 0 15,-86 10-720-15,78-9-128 0,-78 9-48 0,68-9 0 16,-68 9-400-16,55-8-96 0,-55 8-16 0,0 0 0 16,56-7-144-16,-56 7-144 15,0 0 144-15,0 0-208 16,0 0-640-16,0 0-128 0,53-5-32 0,-50 7-18976 16</inkml:trace>
  <inkml:trace contextRef="#ctx0" brushRef="#br0" timeOffset="17193.08">14695 2151 10127 0,'5'-2'896'0,"-2"-1"-704"0,-1 2-192 0,-1 0 0 0,-1-1 1664 0,1-1 288 0,1-1 64 0,1-2 16 16,0-2 2144-16,-3-3 432 0,-2 1 96 0,-2 1 16 16,-3 1-2400-16,-2 1-464 0,-1 0-112 0,-2 2-16 15,-2 1-864-15,-2 3-176 0,1 2-48 0,-2 1 0 16,0 3-224-16,1 1-48 0,1 4-16 0,2 1 0 16,0 3-160-16,3 2-48 0,3 1 0 0,2 0 0 15,2 1-144-15,1 3 192 0,2 3-192 0,3-1 192 16,-3-23-192-16,10 42 0 15,-10-42 0-15,0 0 128 0,37 54-128 0,-37-54 0 0,0 0 0 16,59 31 128-16,-59-31 0 0,0 0 0 0,64 11 0 0,-64-11 0 0,0 0-128 16,77-1 128-16,-77 1-128 15,51-6 128-15,-51 6-128 0,47-11 0 16,-47 11 0-16,41-14 0 0,-41 14-656 0,29-20-176 16</inkml:trace>
  <inkml:trace contextRef="#ctx0" brushRef="#br0" timeOffset="18063.3">15039 1587 35935 0,'-4'-7'1600'0,"3"5"320"0,2 2-1536 0,1 0-384 16,-2 0 0-16,0 2 0 0,1 1 512 0,2 4 48 15,-3-7 0-15,0 0 0 0,18 52 784 0,-18-52 144 0,14 71 48 0,-14-71 0 16,12 83-992-16,-8-41-192 0,-1 1-32 0,0-1-16 15,-1-4-96-15,0 2-16 0,1-1 0 0,-1-2 0 16,-2-37-192-16,7 62 128 0,-7-62-128 0,9 47 0 16,-9-47 192-16,0 0-48 0,10 49-16 0,-10-49 0 15,0 0 16-15,0 0 0 0,0 0 0 0,7 43 0 16,-7-40-144-16,-2-2 192 0,1 0-192 0,0-2 192 16,-1 0-16-16,1-4 0 0,-1 3 0 0,1-6 0 15,0 0 48-15,1-3 16 0,0 1 0 0,0-4 0 16,1-5-96-16,2-2-16 0,2-3 0 0,1 3 0 15,-2 4-128-15,3 0 0 0,3-4 0 0,3-2 0 16,3-1 0 484,-1 2 0-500,2 3 0 0,0 2 0 0,1 5-208 0,-1 3 16 0,-17 9 16 0,0 0 0 0,53-6 176 0,-53 6-208 0,0 0 80 0,0 0 128 0,62 37-176 0,-62-37 176 0,0 0-128 0,32 54 128 0,-32-54 0 0,19 49 0 0,-19-49 0 0,17 57 0 0,-17-57 272 0,11 51 48 0,-11-51 0 0,8 43 0 0,-8-43 128 0,0 0 48 0,9 46 0 0,-9-46 0 0,0 0-224 0,0 0-32 0,0 0-16 16,3 41 0-16,-5-37-224 0,1-1-192 0,1-2 48 0,-2-1 0 0,2 2-976 0,-2-4-192 0,0 1-32 0,-1-1-19840 0</inkml:trace>
  <inkml:trace contextRef="#ctx0" brushRef="#br0" timeOffset="18264.25">15660 1440 21183 0,'0'1'1888'0,"0"-1"-1504"0,0 0-384 0,0 0 0 0,1 0 1536 0,3 0 224 0,-1 2 48 0,3-1 16 0,-6-1 672 0,0 0 144 0,0 0 32 0,68 31 0 0,-68-31-1264 0,59 37-240 0,-59-37-48 0,76 57-16 0,-76-57-528 0,81 76-128 15,-81-76 0-15,76 90-16 0,-44-42-64 0,-32-48-16 0,53 91 0 0,-53-91 0 16,35 76-48-16,-35-76-16 0,24 81 0 0,-24-81 0 0,16 77 80 15,-16-77 16 1,5 60 0-16,-5-36 0 0,-1 0 48 0,-2-5 16 0,-1 0 0 0,-1-4 0 0,0-2 0 0,-2-2 16 16,0-1 0-16,0-3 0 15,-2-1-240-15,1-2-48 0,-1 0-16 16,-1-2 0-16,0-1-160 0,-1-2 0 0,3-2-192 16,-2 0 192-16,1-2-896 31,1-1-48 0,-1-1-16-31,2-2-13312 0,0 1-2656 0</inkml:trace>
  <inkml:trace contextRef="#ctx0" brushRef="#br0" timeOffset="19454.31">18527 1769 24879 0,'0'-1'2208'0,"0"-1"-1760"0,2 2-448 0,-1-1 0 0,0 0 768 0,2-1 64 0,2-1 0 0,0-2 16 0,5-2 1392 0,1-2 288 16,3 1 48-16,2-2 16 0,1 1-1376 0,0 1-288 16,4-1-48-16,-1 1-16 0,0 1-416 0,1 0-96 0,-21 7-16 15,42-13 0-15,-42 13-80 0,45-6-32 16,-45 6 0-16,0 0 0 0,63 5-16 0,-63-5 0 15,0 0 0-15,0 0 0 0,56 38-16 0,-56-38-16 16,0 0 0-16,18 52 0 0,-18-52-48 0,-1 42 0 31,-5-22 0-31,-2-1 0 0,-2-5-128 16,-3 3 128-16,-4 1-128 0,-5 2 128 0,-1 0-128 0,-2-2 0 16,-1 0 0-16,1-2 0 0,-1-1 0 0,2-2 0 0,3 0 0 0,3-2 0 0,2-2 144 0,4-4-144 15,2-1 160-15,4 1-160 0,2-4 0 16,2-1 0 15,4-1 0-15,2-1 0-1,5-2 0-15,2 0 0 0,3-2-128 0,4-1 128 0,4 0-144 0,0 0 144 0,-22 7 0 0,51-11-144 0,-51 11 144 0,54-6 0 0,-54 6 0 0,55 0 0 0,-55 0 0 16,53 8 0-16,-53-8 0 0,0 0 0 0,67 27 752 0,-67-27 224 0,0 0 48 0,0 0 16 16,44 51-1552-16,-44-51-320 0,0 0-64 0,7 48-16 0,-12-34 912 0,-3 2 0 0,-2-1 0 15,-4 0 176-15,-2 0-32 0,-2-1 0 0,-3 0 0 16,-2 0 0-16,-1-1 112 0,-1 0 32 0,-3-2 0 0,1 0 0 15,0-2 160-15,2-1 48 0,0-2 0 0,4 0 0 16,3-2-96-16,2-3-16 0,4 1 0 0,2-2 0 16,3-2-384-16,2 0 0 0,3-1 128 0,0-1-128 15,2-2-240-15,3 0-80 16,1-1 0 0,2 0-16-1,1 0-528-15,2-1-96 0,2-2-32 0,2-2-19648 0</inkml:trace>
  <inkml:trace contextRef="#ctx0" brushRef="#br0" timeOffset="20260.14">19407 1895 30399 0,'-1'-4'1344'0,"1"2"288"0,0 1-1312 0,0 1-320 0,0 0 0 0,0 0 0 0,0 0 1728 0,1 1 288 0,2 1 48 0,0 1 16 15,-3-3-336-15,0 0-64 0,0 0-16 0,0 0 0 16,0 0-928-16,0 0-192 0,54 50-32 0,-54-50-16 16,0 0-144-16,0 0-32 0,53 47 0 0,-53-47 0 15,0 0-32-15,54 37-16 0,-54-37 0 0,0 0 0 31,0 0-800-31,65 41-176 0,-65-41-16 0,0 0-16 0,0 0 1600 0,66 35 320 500,-66-35 64-500,0 0 16 0,0 0-896 0,0 0-176 0,65 34-48 0,-65-34 0 0,0 0-144 0,0 0 160 0,0 0-160 0,0 0 160 0,0 0-160 0,50 44 192 0,-50-44-192 0,0 0 192 0,0 0-192 0,0 0 0 0,0 0 0 0,0 0 0 0,0 0 0 0,0 0 0 0,0 0 0 0,0 0 0 0,0 0-336 16,0 0-48-16,0 0-16 0,0 0 0 0,0 0-208 0,0 0-32 0,0 0-16 0,0 0 0 0,0 0-160 0,0 0-16 0,0 0-16 0,44-2 0 0,-44-2-96 0,0-2-16 0,-2 2 0 0,1-1-17600 0</inkml:trace>
  <inkml:trace contextRef="#ctx0" brushRef="#br0" timeOffset="21515.08">19181 1933 3679 0,'0'0'320'0,"0"0"-320"0,0 0 0 0,-1 0 0 0,1 0 960 0,0-1 128 0,0 1 32 0,-2 0 0 0,2-2 1248 0,-1 1 240 16,2 1 48-16,-1-2 16 0,0 2 16 0,0-2 16 16,2 0 0-16,-1-1 0 0,2 2-336 0,0-2-80 15,3-1-16-15,-1 1 0 0,2-1-784 0,3 0-144 16,0-1-48-16,1 0 0 0,2-1-544 0,1 0-112 0,-14 6-32 16,30-10 0-16,-16 5-208 0,-14 5-32 0,32-10-16 0,-32 10 0 15,39-10-48-15,-39 10-16 0,0 0 0 0,52-13 0 16,-52 13-48-16,0 0-16 0,0 0 0 0,58-2 0 15,-58 2-32-15,0 0-16 0,0 0 0 0,0 0 0 16,0 0-48-16,62 38 0 0,-62-38 0 0,0 0 0 16,0 0-128-16,0 0 160 0,42 56-160 0,-42-56 160 15,0 0-160-15,0 0 128 32,0 0-128-32,38 58 128 15,-38-58 0-15,0 0 0 0,0 0 0 0,0 0 0 0,23 50 32 0,-23-50 0 0,0 0 0 0,0 0 0 0,3 35 0 0,-4-25 0 0,-2 2 0 0,0 0 0 16,-1 0-160-16,-2 0 160 0,-1-1-160 15,0 0 160-15,0 1-160 16,0-2 0-16,0-1 0 0,0 0 0 0,0-1 0 0,1-1 0 0,-1 1 128 0,1-3-128 0,2 1 0 16,0-2 0-16,-1 2 0 15,1-2 0 1,-1 0 0-16,0 0 0 0,3-1 0 16,-3 0 0-16,4 0 0 0,-2 0 0 0,2-2 128 0,-1 1-128 0,2-1 0 0,0-1 0 0,0 1 0 15,2-2 0 1,-1 1 0-1,0-1 128-15,2-1-128 16,0-1 0-16,0 1 128 0,1-1-128 0,0 0 0 16,2-1 128-16,0 1-128 0,1-1 128 0,1 1-128 0,1-1 128 0,2-1-128 0,0 1 128 0,1 1-128 0,-1-1 128 0,-11 4 0 0,0 0-128 0,41-10 192 0,-24 6-64 0,-17 4 64 0,38-9 0 15,-38 9 0-15,45-8 0 0,-45 8 0 32,52-7 16-32,-52 7 0 0,53-4 0 0,-53 4 16 0,51-3 0 0,-51 3 0 0,46-2 0 0,-46 2 0 0,0 0 0 0,57 2 0 31,-57-2 0-16,0 0 0-15,0 0 0 0,55 4 0 0,-55-4 0 0,0 0-32 0,0 0-16 0,0 0 0 0,0 0 0 16,52 4-16 0,-46-4 0-1,-1 0 0-15,0 0 0 0,-3 0-16 0,1 0 0 0,0 0 0 0,-2 0 0 0,2 0-144 0,0 0 0 0,-1 0 144 0,-1 0-144 0,0 0 0 0,-1 0 0 16,2 0 0 0,-2 0 128-16,0 0-128 15,0 0 0-15,1 0 0 16,-2 0 0-16,-1 0 0 0,1 0 0 0,-2 0 0 0,0 0 0 0,0 0 0 15,-1 0 0-15,0 0 0 0,-2 0 0 16,1 0 0-16,-2-1 0 0,-2 1 0 0,-2 0 0 0,-2-2 0 0,-1 2 0 0,-3 0 0 0,0 2 0 0,2-2 0 0,-4 1-128 0,-1 1 128 0,-1 0-128 0,0 1-64 31,-2 0 0-31,4 1 0 0,-3-1 0 0,3 1-32 0,-1-1-16 0,2 1 0 0,1 1 0 0,2-2-64 32,1-1-16-32,2 1 0 0,2-3 0 0,0 2-144 15,1-4-48-15,2 2 0 0,2-1 0 0,-1-1-320 16,0 1-80 15,2-2-16-31,0 0 0 0,0 0-432 0,-1 1-96 0</inkml:trace>
  <inkml:trace contextRef="#ctx0" brushRef="#br0" timeOffset="22481.13">20697 1879 8287 0,'-1'0'736'0,"-1"-1"-592"0,4 1-144 0,-1 0 0 0,0 0 992 0,-1 0 160 0,2-1 48 0,-1-1 0 0,4 1 1616 0,-3 1 320 16,4 0 64-16,0 0 0 15,-6 0-320-15,0 0-80 0,0 0-16 0,0 0 0 0,0 0-944 0,63 25-192 16,-63-25-48-16,0 0 0 0,0 0-784 0,69 37-176 16,-69-37-16-16,0 0-16 0,72 32-176 0,-72-32-48 15,0 0 0-15,82 34 0 16,-82-34-16-16,0 0-16 0,65 30 0 406,-65-30 0-406,0 0-32 0,60 31 0 0,-60-31 0 0,0 0 0 0,0 0-48 0,65 38-16 0,-65-38 0 0,0 0 0 0,0 0-48 0,0 0-16 0,0 0 0 0,0 0 0 0,0 0-192 0,0 0 128 0,0 0-128 0,0 0 0 0,0 0 0 0,0 0-192 0,0 0 16 0,0 0 0 0,0 0-720 0,21-14-128 0,-27 7-48 0,-1-1-18800 0</inkml:trace>
  <inkml:trace contextRef="#ctx0" brushRef="#br0" timeOffset="22496.12">21084 1710 30399 0,'-8'0'1344'0,"5"1"288"0,0 2-1312 0,0 0-320 0,0-2 0 0,2 2 0 0,-2 1 1440 0,-1 5 224 0,-5 6 32 0,-3 5 16 0,-4 6 16 0,-2 2 0 0,-2 0 0 0,-1 2 0 0,-2-1-976 0,1 1-192 0,-2-2-48 0,2-1 0 0,4-6-64 0,0 2-32 0,-4 1 0 0,1-1 0 0,1-2-48 0,1-1-16 0,2-3 0 0,1-3 0 0,4-3-96 0,0-3 0 0,2 1-16 0,3-3 0 0,2-2-240 0,-1-1 128 0,2-2-128 0,1-1 0 0,0 0 0 0,2 0-192 0,1-3 16 0,0 0 0 0,1 1-384 0,0-3-80 0,4 0 0 0,-1-2-16 0,2 1-368 0,1-2-64 0,1-1 0 0,2-1-18016 0</inkml:trace>
  <inkml:trace contextRef="#ctx0" brushRef="#br0" timeOffset="44895.18">22206 1710 11055 0,'0'0'976'0,"-2"-2"-784"0,2 1-192 0,0 0 0 0,0 1 1376 0,-1 0 224 0,1-2 64 0,-1-1 0 15,-1 2 320-15,2 0 80 0,0-1 16 0,0 2 0 0,2 3-848 0,-1 0-160 31,-1-3-48-31,0 0 0 0,0 0-64 0,0 0-32 0,0 0 0 16,20 55 0-16,-20-55-224 0,0 0-64 0,0 0 0 0,12 56 0 16,-12-56-112-16,0 0-16 0,0 0-16 0,12 67 0 15,-12-67-144-15,0 0-32 0,8 56 0 0,-8-56 0 16,0 0-96-16,7 57-32 31,-7-57 0-31,0 0 0 0,6 56 0 0,-6-56-16 0,0 0 0 16,1 54 0-16,-1-54 16 0,0 0 16 0,0 44 0 0,0-44 0 0,0 0 80 0,0 0 16 0,-1 39 0 0,-1-30 0 15,1-1-16-15,0 1 0 0,1-9 0 16,0 0 0-16,-6 27-128 0,6-27-32 0,0 0 0 0,-6 26 0 16,6-26-128-16,0 0 0 0,-7 29 144 0,7-29-144 15,0 0 0-15,0 0 128 0,-8 34-128 0,8-34 0 0,0 0 0 16,0 0 0 0,-7 26 0-1,5-20 128 1,2-3-128-1,-1 1 0-15,1-2 0 0,0 0 128 0,0 0-128 0,0-2 0 0,1 1 0 0,2-1 128 0,0 0-128 0,0 0 0 0,1-1 0 0,0-1 0 0,2 0-192 0,1-1 0 0,0-1 0 0,0-1 0 16,2 0-1328 0,-2-1-272-16,1-1-48 0,1-2-14656 0</inkml:trace>
  <inkml:trace contextRef="#ctx0" brushRef="#br0" timeOffset="45544.42">22583 1960 16575 0,'6'-7'1472'0,"-2"4"-1168"0,0 0-304 0,0 0 0 0,1 1 720 0,-3 0 96 0,4-1 16 0,1-1 0 0,6-2 48 0,5-1 16 16,3-3 0-16,1 2 0 0,-1 1 240 0,0-2 48 16,-1 4 16-16,-2 1 0 0,-18 4-192 0,34-6-48 15,-34 6 0-15,0 0 0 0,0 0-128 0,0 0-16 16,49 14-16-16,-49-14 0 0,0 0-240 0,0 0-48 15,0 0-16-15,0 0 0 0,5 61-288 0,-10-47-48 16,-2 1-16-16,-3 1 0 0,-1 2-144 0,-3 1-224 16,0-1 48-16,0-2 16 0,1-2 16 0,-1 1 0 15,-3 2 0-15,0 0 0 0,0 0 144 0,0-1 0 0,0 1 0 16,2-3 128-16,2 0 160 0,2 0 32 0,2-1 16 16,9-13 0-16,-10 22-80 0,10-22 0 0,0 0-16 15,0 0 0-15,0 0 80 0,0 0 0 0,0 0 16 31,37 50 0-15,-37-50 48 0,0 0 16-16,52 3 0 0,-52-3 0 0,45-5-80 0,-45 5-32 0,51-8 0 0,-27 2 0 0,0 1-80 0,-1-1-16 0,-2 0 0 0,0-1 0 0,-1 3-64 0,-2-2 0 15,-1 2-128-15,-17 4 192 0,29-6-64 0,-29 6 0 16,0 0-128 0,35-4 192-16,-35 4-192 0,0 0 144 0,0 0-144 0,0 0 128 0,0 0-128 0,0 0 0 15,0 0 0 1,0 0 0-1,0 0 0-15,0 0 0 0,0 0 0 0,0 0 0 16,0 0-192-16,0 0-80 0,0 0-16 16,0 0-18240-16</inkml:trace>
  <inkml:trace contextRef="#ctx0" brushRef="#br0" timeOffset="45904.11">23282 1877 19343 0,'0'0'848'0,"0"0"192"0,0 0-832 0,0 0-208 0,0-2 0 0,-1 2 0 0,1 0 1728 0,-2 2 320 0,1-1 48 0,0 2 16 16,-2 1 464-16,0 3 112 15,1 2 0-15,1-1 16 0,1-8-1664 0,0 0-336 16,-3 38-64-16,3-38 0 0,0 0-128 0,0 0 0 0,6 54-16 0,-6-54 0 15,0 0-208-15,0 0-32 0,0 0-16 0,28 58 0 16,-28-58-64-16,0 0-16 0,0 0 0 0,0 0 0 16,59 45-32-16,-59-45 0 0,0 0 0 0,0 0 0 15,58 21-128-15,-58-21 0 0,0 0 144 0,0 0-144 16,57 11 0-16,-57-11 0 0,0 0 0 16,0 0 128-16,44-1-128 0,-37 0-192 0,-2 1 64 0,1-2 0 15,0-1-1024 16,-2 1-208 1,2-1-48-32,-2-1-16016 0</inkml:trace>
  <inkml:trace contextRef="#ctx0" brushRef="#br0" timeOffset="46150.53">23576 1778 23951 0,'-6'1'1056'0,"4"0"224"0,-1 2-1024 0,1 0-256 0,1 0 0 0,1-2 0 0,-2 4 1744 0,2-5 304 15,0 0 48-15,0 0 16 0,-9 45 496 0,9-45 96 0,0 0 32 0,-7 55 0 16,7-55-1840-16,-6 38-384 16,6-38-64-16,-4 38 0 0,4-38-128 0,0 0-32 15,-5 54 0-15,5-54 0 0,0 0-48 0,-4 55-16 0,4-55 0 0,0 0 0 16,-1 52-96-16,1-52 0 16,0 0-128-16,0 0 192 0,4 55-192 0,-4-55 0 0,0 0 128 0,0 0-128 15,0 0 0-15,0 0 0 0,0 0 0 0,0 0 0 31,0 0-528-31,0 0-48 0,0 0-16 0,0 0 0 16,0 0-784-16,0 0-160 0,0 0-16 0,0 0-16032 0</inkml:trace>
  <inkml:trace contextRef="#ctx0" brushRef="#br0" timeOffset="46580.12">23842 1861 21183 0,'0'-1'1888'0,"1"-1"-1504"0,0 2-384 0,-1 0 0 16,0 0 1168-16,0 0 176 0,0 0 16 0,-1 0 16 0,1 0 1792 0,0 3 352 0,-1 3 80 0,1-6 16 31,0 0-2384-31,0 0-464 0,-7 39-112 0,7-39-16 16,0 0-352-16,-2 45-80 0,2-45-16 0,0 0 0 15,0 0-192-15,14 71 176 0,-14-71-176 0,0 0 160 16,0 0-160-16,37 71 0 0,-37-71 0 0,0 0 0 0,0 0 0 15,52 52 0-15,-52-52 0 0,0 0 0 0,52 25 0 0,-52-25 0 16,0 0-176-16,54 9 176 16,-54-9-160-16,31-3 160 0,-19 0-192 0,-3 0 192 0,3-2 0 0,-1-4-128 0,0 1 128 0,1-4 0 15,-1-2 0-15,-1-1 144 16,0-2-16-16,-3-3 0 0,0-1 160 16,-3-2 32-16,-1-1 0 0,-4-3 0 0,-1-1 64 0,-4 0 0 15,-1-2 16-15,-1 2 0 16,-2-2-80-16,-4 2 0 0,1 1-16 0,-2 5 0 0,1 3-48 0,-3 4-16 15,0 2 0-15,-2 5 0 0,1 0 16 0,-2 6 16 0,0 2 0 16,2 2 0-16,0 4-112 0,-1 1-32 0,2 3 0 0,2 1 0 16,1 4-128-16,-1-1 0 0,3 3 0 15,-1 0 0-15,3-2-336 32,0 2-48-32,3-1-16 0,2-1 0 0,5-15-528 0,0 0-96 0,-5 43-32 0,5-43-18656 0</inkml:trace>
  <inkml:trace contextRef="#ctx0" brushRef="#br0" timeOffset="46966.08">24322 1112 18431 0,'-3'-3'1632'0,"2"3"-1312"0,2 2-320 0,0 1 0 16,4-2 560-16,-2 0 32 0,1 2 16 0,-4-3 0 0,0 0 1120 0,46 30 240 0,-46-30 32 0,60 41 16 0,-60-41-432 0,68 52-96 15,-68-52-16-15,63 64 0 0,-63-64-864 0,51 72-176 16,-51-72-48-16,34 73 0 0,-34-73 256 0,30 88 32 15,-30-88 16-15,28 93 0 0,-28-93-112 0,24 92 0 16,-24-92-16-16,18 79 0 0,-18-79 160 0,11 61 48 16,-11-61 0-16,0 0 0 0,9 76-224 0,-9-76-32 0,0 0-16 15,-9 58 0-15,9-58 32 0,0 0 16 0,-11 45 0 0,7-32 0 16,4-13-304 0,-13 25-64-16,8-15-16 0,-3 0 0 0,0-1-528 15,1-1-96-15,-2 1-32 0,1-2-19520 0</inkml:trace>
  <inkml:trace contextRef="#ctx0" brushRef="#br0" timeOffset="48737.72">2006 4001 12895 0,'0'0'1152'0,"0"0"-928"0,2 0-224 0,-2 0 0 0,-2 0 1072 0,1 2 160 0,0-1 48 0,-2 5 0 0,-3 2 1680 0,-2 4 352 16,-1 6 64-16,-1 2 16 16,2 4-1392-16,-4 4-272 0,3 0-48 0,0 3-16 15,2-1-752-15,3 3-144 0,1 0-48 0,3 1 0 16,0-5-272-16,0-29-48 0,7 59-16 0,-7-59 0 15,18 65-208-15,-18-65-48 0,29 63-128 0,-29-63 192 16,27 53-192-16,-27-53 0 0,0 0 0 0,0 0 0 16,52 53 224-16,-52-53 0 0,0 0 0 0,0 0 0 0,61 27-32 15,-61-27-16-15,0 0 0 0,56 13 0 0,-56-13-48 0,0 0-128 16,55 0 192-16,-55 0-64 0,35-6 32 16,-19 1 0-16,0 0 0 15,-2 0 0-15,1-2-160 0,-2 1 0 0,0-1 144 0,-4 1-144 0,1 1-240 0,-1-1-112 16,-3 2-32-1,-1-2-18192-15</inkml:trace>
  <inkml:trace contextRef="#ctx0" brushRef="#br0" timeOffset="49627">2546 4001 13583 0,'-1'-8'288'0,"-1"2"64"0,2 2 16 0,0 1 32 0,0 2-400 0,2 1 0 0,-2 0 0 0,1 0 0 0,0 1 2672 0,2 2 448 0,0 3 80 0,-2 1 32 16,-1-7-496-16,0 0-112 0,9 43 0 0,-8-23-16 0,1 1-1328 0,-2 1-256 16,1-1-48-16,1 0-16 0,-1 2-288 0,-1-23-64 15,6 50-16-15,-3-20 0 0,-3-30-336 0,5 65-64 16,-5-65 0-16,6 59-16 0,-6-59-176 0,4 41 0 16,-4-41 0-16,0 0 0 0,9 57 0 500,-9-57 0-500,0 0 0 0,5 41 0 0,-3-31 0 0,0-3 0 0,0-1 0 0,-2-4 0 0,1 1 0 0,1-3 0 0,-1-1 144 0,-1-3-144 0,1-1 208 0,1 0-16 0,-1-2-16 0,1 1 0 0,-1-3 0 0,1-2 0 0,0-2 0 0,1-4 0 0,1-1-176 0,1-2 192 0,2 1-192 0,0-4 192 0,3 0-192 0,0 1 0 0,2 2 0 0,1 2 0 0,0 3 0 0,1 1 0 0,1 3 0 0,2 3-176 0,-1 3 32 0,-1 3 0 0,-15 2 0 0,0 0 0 0,0 0-16 0,60 21 0 0,-60-21 0 0,0 0 0 0,44 49-16 0,-44-49 0 0,0 0 0 0,32 64 0 0,-32-64 176 0,0 0 0 0,24 69-144 0,-24-69 144 0,0 0 0 0,14 51 0 0,-14-51 0 0,0 0 0 0,0 0 0 0,0 0 0 0,28 58 0 0,-22-53 0 0,0 0 0 0,-2-3 192 0,0 1-192 0,0-1 192 0,-1-1-192 15,1 1 160-15,-1-2-160 0,-1 0 160 0,1 1-320 0,-2 0-64 0,0-1-16 0,-1-1-17856 0</inkml:trace>
  <inkml:trace contextRef="#ctx0" brushRef="#br0" timeOffset="49898.33">3070 4325 33167 0,'-1'3'1472'0,"-1"0"304"0,2-1-1424 0,2 1-352 0,-1-1 0 0,1-1 0 0,-1 0 640 0,2 1 64 0,2 2 16 0,-5-4 0 0,0 0 320 0,0 0 64 0,0 0 16 0,68 33 0 0,-68-33-832 0,0 0-160 0,0 0-128 0,61 12 144 0,-61-12 48 0,0 0 0 0,42-7 0 0,-28 2 0 0,-1-3-16 0,0 0 0 0,-2-2 0 0,0-1 0 16,-1-2 48-16,-1 2 16 0,-3-2 0 0,-2 2 0 15,0-2 32-15,-3 0 16 0,-1-1 0 0,-2 0 0 16,-3 0-32-16,-3 1-16 0,-1 2 0 0,-3 1 0 16,-2 2 32-1,-3-1 16-15,-2 3 0 0,-2 4 0 0,-2 2-80 0,1 1-16 0,-1 3 0 31,2 3 0-31,3 2-64 0,2 2 0 0,1 3-128 0,0 0 192 0,3 6-192 0,0 1 0 0,4 1 0 0,4-4 0 16,1-3 0-16,3 4 0 0,1 2 0 31,-1-21 0-31,0 0 0 0,29 71 0 0,-29-71 0 0,0 0 0 0,49 58 0 0,-49-58 0 0,0 0 0 0,59 41 0 0,-59-41 208 16,0 0-48-16,70 26-16 0,-70-26 0 0,0 0-144 16,67 12 192-16,-67-12-192 31,0 0 192-31,57-3-192 0,-40 0 0 0,1 0 0 0,-1-1 128 0,-3 0-128 0,-1 1 0 0,0-1 0 0,-1-3 0 15,0 2-672 1,-2 0-16-16,-5-1 0 0,0 2 0 16,-3-2-304-16,-2 1-64 0,-1-3-16 0,-5 0-17728 0</inkml:trace>
  <inkml:trace contextRef="#ctx0" brushRef="#br0" timeOffset="50256.36">1796 4431 33167 0,'-13'-7'1472'0,"8"3"304"0,-1 1-1424 0,3 0-352 0,3 1 0 0,0 1 0 0,1 0 816 0,1-2 80 0,1 0 32 0,1-1 0 0,0-1 416 0,3 0 64 16,2 1 32-16,2-2 0 16,2 0-944-16,1 2-192 0,-3 1-48 0,-1 0 0 15,0 2-256-15,4-2 160 0,2 0-160 0,3-1 128 16,4 0-128-16,-2 0 0 0,2 1 0 0,-3-1 0 16,-2 2-192-16,0-1-32 0,-1 3 0 0,-3 0-12320 15,-1 0-2480-15</inkml:trace>
  <inkml:trace contextRef="#ctx0" brushRef="#br0" timeOffset="50725.6">4487 4147 10127 0,'0'-4'896'0,"0"1"-704"0,1 1-192 0,1 1 0 0,-1 1 1232 0,-1-1 224 0,2 1 32 0,-1 0 16 0,2 0 1312 0,0 2 272 15,2 1 48-15,1 1 16 0,-6-4-592 0,0 0-128 16,0 0-32-16,0 0 0 0,37 54-1488 0,-37-54-288 15,0 0-64-15,0 0-16 0,38 61-416 0,-38-61-128 16,0 0 0-16,0 0 0 0,44 59 0 0,-44-59 0 16,0 0 0-16,0 0 0 0,0 0 0 0,0 0 0 0,43 52 0 0,-38-47 0 15,0-1 0-15,1-1-176 16,-2-2 176-16,2 1-160 16,0-2-1232-16,1-2-240 0</inkml:trace>
  <inkml:trace contextRef="#ctx0" brushRef="#br0" timeOffset="51547.43">4939 4148 22111 0,'3'-1'1968'0,"1"-1"-1584"0,-1 2-384 0,0 0 0 0,0 0 720 0,-1 0 64 16,5 0 16-16,3 2 0 15,-10-2 1744-15,0 0 336 0,0 0 80 0,0 0 16 16,63 39-1600-16,-63-39-320 0,0 0-64 0,0 0-16 15,22 65-576-15,-20-49-112 0,-1-1-32 0,-1 2 0 16,0-17-128-16,0 0-128 0,3 51 192 0,-3-37-192 16,0 1 128-16,0-4-128 0,0-3 0 0,0-2 0 15,-2-2 0-15,2-1 0 0,0-2 128 0,-1-2-128 16,1-2 144-16,-1-2-16 0,-1 0-128 0,1 1 192 16,1-2-48-16,-3 1-16 0,1-4 0 0,1-2 0 0,-2-3 48 0,0-3 0 15,2-1 0-15,0-2 0 0,2 1-176 0,0 0 192 16,2-1-192 515,3-1 192-531,1-1-192 0,1 1 0 0,2 3 0 0,3 1 0 0,1 1 0 0,2 4 0 0,1 0 0 0,1 4 0 0,-1 1-144 0,0 3 144 0,-17 4-192 0,0 0 192 0,52 5-192 0,-52-5 64 0,0 0 128 0,0 0-208 0,0 0 208 0,67 48-192 0,-67-48 192 0,0 0-192 0,0 0 192 0,35 61 0 0,-35-61 0 0,0 0 0 0,0 0 0 0,15 65 0 0,-13-47 160 0,-2-1-160 0,0-4 272 0,0-2-16 0,0 1-16 16,-2-1 0-16,1 0 48 0,0-1 16 0,-1 0 0 0,1 0 0 0,-1 0-304 0,1-3 128 0,0-1-128 0,1-1 0 0,0 1 0 0,1-2-272 0,2 0 16 0,0 1-12544 0,-1-4-2528 0</inkml:trace>
  <inkml:trace contextRef="#ctx0" brushRef="#br0" timeOffset="51668.26">5590 4217 8287 0,'5'8'736'0,"-3"-1"-592"0,1-2-144 0,0 0 0 0,0 0 1520 0,0 2 272 0,-3-7 48 0,0 0 16 0,25 57 928 0,-25-57 192 0,25 70 32 0,-25-70 16 0,22 74-1488 0,-22-74-288 0,12 70-64 0,-12-70-16 0,7 68-1168 0,-7-68-432 0,2 58 16 0,-2-58 0 0,-2 44-384 0,2-44-80 0,-2 31-16 0,-1-18 0 0,0-2 592 0,0-1 112 0,0-3 32 0,0-3 0 0,1 1 160 0,-1-3 0 0,1-2 0 0,-2 0 128 0,1-2 768 0,-1-4 176 0,1-1 16 0,-1-3 16 0,1-1 848 0,-2-4 160 0,0-1 48 0,0-3 0 0,-1-1-656 0,-1-4-128 0,0-2-32 0,0-6 0 0,1 3-640 0,1-2-144 0,0-2-32 0,3 2 0 0,0 4-224 0,4-5-48 0,2-5-16 0,3-1 0 0,3 1-240 0,2 5 0 0,3 3 0 0,0 5 0 0,3 5 0 0,-1 2-128 0,0 5 128 0,0 1-208 0,2 4-48 0,0 3-16 0,1 2 0 0,0 2 0 0,-3 2 128 0,-17-2 144 0,0 0-208 0,0 0 80 0,0 0 128 0,71 39-128 0,-71-39 128 0,0 0-128 0,0 0 128 0,25 55 0 0,-25-35 0 0,-3 1 0 0,-1 1 0 0,-5-1 0 0,-2-3 0 0,-2-1 128 0,-1-1-128 0,-3-2 192 0,-1 0-64 0,-2-3 0 15,3-1 112-15,0 0 16 0,0-2 16 0,0 0 0 31,2-3-80 1,2-1 0-17,0 1-16-15,4-4 0 0,-1 2-544 0,1-3-96 0,2-2-32 0,1 1-12368 0,2 0-2496 0</inkml:trace>
  <inkml:trace contextRef="#ctx0" brushRef="#br0" timeOffset="52166.76">6119 4237 11055 0,'-2'-3'976'0,"2"1"-784"0,-1 0-192 0,1 1 0 0,-2-1 1824 0,1 1 320 16,0-2 64-16,-2-1 16 0,-2-2 1344 0,3 1 272 0,-3 2 48 0,3 1 16 15,0 4-2240-15,1 1-432 0,-1 2-80 0,4 1-32 16,-2 2-480-16,3 2-112 15,-1 2-16-15,-2-12 0 0,0 0-320 0,0 0-64 16,22 56 0-16,-22-56-128 0,0 0 0 0,0 0 0 16,0 0 0-16,49 59 0 0,-49-59 0 0,0 0 0 0,0 0 0 0,58 29-144 15,-58-29-176-15,0 0-48 0,51 4 0 16,-37-6 0-16,-1 1 32 0,-2-2 0 0,0-1 0 31,-1-3 0-15,3 0 192-16,-3-3 144 0,0-1-192 0,-2-1 192 0,-2 0 208 0,-1-2 160 0,0-1 16 0,-4 1 16 0,2 3 432 0,-3-3 64 0,1 0 32 0,-1-3 0 15,0 1-432-15,0 1-96 0,-1-1-16 16,-1 2 0-16,0 3-160 0,0 1-32 0,-1 4-16 0,1 3 0 16,0 1-176-16,-2 2 192 0,1 2-192 15,-1 3 192-15,0 3-192 0,1 3 128 0,0 4-128 0,0-1 128 16,3-2-128-16,0-12 0 0,0 0 0 16,7 50 0-1,-7-50 0 1,0 0 0-16,0 0-144 0,30 61 144 0,-30-61 0 0,0 0 0 15,54 52 0-15,-54-52 0 0,0 0 0 0,79 39-128 0,-79-39 128 0,55 15 0 0,-55-15 0 0,49 4 0 0,-49-4 0 0,45-2 0 0,-23-2 0 0,-1 0 0 16,-3-2 0 15,2-1 0-31,1 0-400 0,2-1-32 0</inkml:trace>
  <inkml:trace contextRef="#ctx0" brushRef="#br0" timeOffset="52486.11">6759 3648 23951 0,'1'0'2128'0,"0"0"-1696"0,1 2-432 0,-1-1 0 0,-1 0 752 0,0 2 64 0,2 3 16 0,0 2 0 16,-2-8 2112-16,0 0 448 0,0 0 64 0,19 74 32 0,-19-74-2336 0,0 0-480 15,25 86-96-15,-25-86 0 16,28 76-272-16,-28-76-48 0,36 81-16 0,-36-81 0 15,38 72-112-15,-38-72 0 0,35 61-128 0,-35-61 192 0,0 0 48 0,38 72 0 16,-38-72 0-16,0 0 0 16,29 59-32-16,-29-59 0 0,0 0 0 0,0 0 0 15,32 69-208 1,-32-69 128-16,0 0-128 0,0 0 0 0,0 0 0 0,0 0 0 16,0 0 0-16,24 58 0 0,-22-52 0 0,-1-5 0 0,-1 1 0 15,1-2 0-15,-1 0-736 0,-1-2-32 16,0-1-16-16,-4 1-18160 0</inkml:trace>
  <inkml:trace contextRef="#ctx0" brushRef="#br0" timeOffset="52765.96">6689 4114 17503 0,'3'-2'768'0,"0"0"176"0,1 1-752 0,-1-1-192 0,0 2 0 0,-2 0 0 16,3 2 1568-16,4-4 288 0,6 2 48 0,-14 0 16 0,42 2 1200 0,-42-2 240 16,55 1 48-16,-55-1 16 0,55 2-1824 0,-55-2-352 15,51 0-80-15,-51 0-16 16,44-2-736-16,-27 1-160 0,-17 1-16 0,0 0-16 16,39-3-224-16,-29 1 0 0,-3 4 0 0,0-1-18496 15</inkml:trace>
  <inkml:trace contextRef="#ctx0" brushRef="#br0" timeOffset="53386.65">8745 3647 24879 0,'0'0'2208'15,"0"0"-1760"-15,0 0-448 0,0 0 0 0,0 0 944 0,-2 39 96 0,1-26 32 0,-1 11 0 0,0 11 608 0,0 11 128 0,2 6 32 0,2 3 0 16,2 4-944-16,3-4-192 0,1-2-48 0,-8-53 0 16,19 79-320-16,-19-79-64 0,22 60-16 0,-22-60 0 15,0 0 0-15,37 65-16 0,-37-65 0 0,0 0 0 16,0 0 0-16,59 58 0 187,-59-58 0-187,0 0 0 0,0 0-240 0,0 0 128 0,56 26-128 0,-45-26 0 0,-1 1-704 0,1-2-256 0,-1-1-32 0,1 0-16032 0</inkml:trace>
  <inkml:trace contextRef="#ctx0" brushRef="#br0" timeOffset="53713.21">9321 4216 15663 0,'10'-3'688'0,"-4"0"144"0,-1 1-656 0,-1-1-176 0,-1 1 0 0,-1 1 0 0,-1-2 2336 0,3-1 432 0,1-2 96 0,2-2 16 15,0-1 0-15,-2-1 0 0,0-1 0 0,-4 0 0 0,0-1-1280 0,-2 3-240 0,-3-1-48 0,-2 0-16 0,-2 1-752 0,-2 1-160 0,-2 1-16 0,-2-2-16 0,0 2-144 0,-1 2-16 0,-1 0-16 0,-2 1 0 0,1 4-176 0,-2 0 128 0,1 3-128 0,1 1 128 16,4 2-128-16,1 1 0 0,-1 4 0 0,2 2 0 16,2-2 0-16,2 2 0 0,2 2 0 0,2 1 0 15,3 1 0-15,0-17 0 0,0 0 0 0,14 54 0 16,-14-54-192-16,0 0 16 0,0 0 16 0,45 56 0 15,-45-56 0-15,0 0 0 0,0 0 0 16,64 27 0 0,-47-27 160-1,-2-1 0 17,-4-1 0-32,1-2-128 0,-1-2 128 0,0-1 0 0,2-3 0 0,-2 0 0 0,-1-1 192 0,0-2-48 0,-1 2 0 0,-4-2 0 0,1 2 32 0,-3 0 0 0,-2 0 0 0,1 1 0 15,-2 0 96-15,-2 3 32 0,2 0 0 0,-1 2 0 0,1 3-96 0,0 0-16 0,0 1 0 0,0 2 0 16,1 1-64-16,1 0-128 15,-1 5 176-15,2 2-176 0,2-1 192 0,0 2-192 0,0-1 192 0,1-1-192 16,0-1 128-16,1 0-128 0,1 0 0 0,2 0 0 16,0-1 0-16,1-2 0 0,1 1 0 0,-3-3 0 0,3 0 0 15,-2-1 0 1,-2-1 0-16,1 2 0 0,0-2-336 0,-2 0-128 0,2-2-32 0,-3 1-19280 16</inkml:trace>
  <inkml:trace contextRef="#ctx0" brushRef="#br0" timeOffset="54446.29">9683 3986 22111 0,'-2'-7'1968'0,"2"4"-1584"0,2 0-384 0,-1 2 0 0,1-1 2944 0,-2 2 496 0,0 0 96 0,1 2 32 0,2 0-1456 0,0 3-272 0,-3-5-64 0,0 0-16 15,0 0-1024-15,0 0-208 0,29 65-32 0,-29-65-16 16,0 0-480-16,0 0 0 0,34 65 0 0,-34-65 0 15,0 0 0-15,0 0 0 0,54 46 0 0,-54-46 0 16,0 0 0-16,0 0 0 0,58 12 0 0,-43-15 0 16,-2-1 0-16,0-6 0 0,-1 1 0 0,-2-1 0 15,2-1 128-15,-4-2-128 516,1-1 0-516,-4-1 0 0,-1-1 208 0,1 1-48 0,-2-2-16 0,-2 1 0 0,0 2 128 0,1 1 32 0,1 0 0 0,-2 4 0 0,0-1 16 0,1 1 0 0,-1 4 0 0,1 0 0 0,0 4-32 0,0 1 0 0,-1 1 0 0,1 5 0 0,1 2-112 0,1 5-32 0,-4-13 0 0,0 0 0 0,12 61-144 0,-12-61 0 0,10 58 0 0,-10-58 128 0,7 59-128 16,-5-23 0-16,1 9 0 0,-2 13 0 0,2 12 0 0,-3 12-144 0,0 7 144 0,1-4-160 0,2-10-544 0,-1-6-96 0,0-5-32 0,1-8 0 0,0-2 128 0,-2-6 0 0,1-4 16 0,-4-5 0 0,0-2 560 0,-4-5 128 0,-1-2 0 0,-2-7 0 0,1-2 0 0,1-4 0 0,-2-4 128 0,2-2-128 0,2-5 176 0,0-2-48 0,1-4 0 0,0-3 0 0,1-3-128 0,2-4-144 0,-1-4 144 0,2-4-12608 0,3-3-2416 0</inkml:trace>
  <inkml:trace contextRef="#ctx0" brushRef="#br0" timeOffset="54650.87">10259 4220 11967 0,'3'-5'528'0,"-2"0"112"0,2 3-512 0,-1-1-128 0,-1 1 0 0,0 1 0 0,1 0 2064 0,1-1 384 0,2-1 80 0,2 0 16 0,2 1 1184 0,-1-1 240 0,2 3 64 0,0 0 0 0,-10 0-2128 0,0 0-432 0,44 3-64 0,-27-3-32 0,-3 0-848 0,1-2-160 0,1-1-48 0,0-1 0 0,-1 0-32 0,2-2-16 0,-1-2 0 0,-1-1 0 0,1-2-80 0,-2 1-32 0,-2-3 0 0,1 2 0 0,-2 0-16 15,-1 0 0-15,-1-1 0 0,-4 1 0 0,0 0-144 0,-5-1 0 0,0 1 0 0,-5 0 128 0,1 2-128 16,-3-1 0-16,-4 0 0 0,-2 1 0 0,-1 1 0 0,-3 3 0 15,-3 2-176-15,1 3 176 0,0 1-160 16,-2 4 160-16,-2 2-192 0,-1 3 192 16,2 4 0-16,3 0 0 0,4 1 0 0,2 4 0 0,5-2 0 0,1 0 0 15,2 0 0-15,4 0 0 0,0-2 0 16,2 4 128-16,-1-19-128 0,0 0 144 0,0 0 32 16,37 70 0-1,-37-70 0 1,0 0 0-16,0 0 208 0,67 52 32 0,-67-52 16 0,0 0 0 0,63 24-112 0,-63-24 0 0,0 0-16 0,60 12 0 0,-60-12-304 0,41 4 0 0,-22-3 128 0,-4 2-128 31,-15-3-384-31,0 0-128 0,0 0-16 0,54 13-19872 0</inkml:trace>
  <inkml:trace contextRef="#ctx0" brushRef="#br0" timeOffset="55382.57">12283 3880 19343 0,'-2'0'1728'0,"-1"0"-1392"0,3 0-336 0,1 1 0 0,1 1 1424 0,-2 0 224 0,0 3 32 0,0 0 16 0,0 5 736 0,1 4 160 0,-1-14 32 0,0 0 0 16,18 65-1312-16,-18-65-256 0,0 0-48 0,33 78-16 16,-33-78-720-16,0 0-144 0,32 78-128 0,-32-78 192 15,0 0-192-15,33 62 0 0,-33-62 0 0,0 0 0 16,0 0 0-16,24 66 0 0,-21-54 0 0,-5-4 0 16,1-1 0-16,-2-3 0 0,0 1 0 0,-1-4 0 15,-2-1 0-15,-1-1 0 0,0-2 0 0,0-3 0 16,0-1 224-16,-1-1-32 0,0-2-16 0,1-2 0 15,-1 0 224-15,1-2 48 0,1-1 16 0,1 0 0 16,0-1-176-16,1 1-32 0,3-1-16 0,-1 2 0 16,2 1-80-16,2 1-16 0,-2 3 0 0,2 2 0 0,1 3-144 15,2 0 128-15,-1 0-128 0,1 2 128 0,0 2-128 16,0 0 0-16,1 2 144 0,0-1-144 0,1 0 128 16,0 1-128-16,0 1 128 0,0-1-128 0,0 0 0 0,0 1 128 15,0 1-128-15,0 0 0 16,0-1 0-16,-1-2 0 0,1 2 0 0,0 0 0 15,-1-3-384 1,-1 1-112-16,4 1-16 0,-2-4 0 0,1 2-1264 0,1-2-256 0,2 0-48 16,-1-1-16-16,1 1 288 31,-1 0 48-31,3-2 16 0,0 0 0 0,1-2 1088 0,0 0 208 0,1 1 64 0,1-2 0 0,1 0 896 0,-3 1 176 0,0-1 32 0,-1 1 16 0,0 1 624 0,-1-3 128 16,-2 4 32-16,0-1 0 0,-1-1-192 15,-1 0-48-15,0 2 0 0,0 1 0 0,-3-1-768 16,1 1-144-16,1 0-48 0,-1-1 0 0,-1 3-320 0,1-2-288 0,-2 0 48 15,2 2 16 1,-1-2-1056-16,1 0-192 0</inkml:trace>
  <inkml:trace contextRef="#ctx0" brushRef="#br0" timeOffset="56238.82">10803 3941 5519 0,'0'-6'496'0,"0"2"-496"0,1 1 0 0,1 0 0 0,-2 2 1120 0,0 1 128 0,0-2 32 0,0 1 0 0,1-1 1296 0,-1 1 272 0,0 0 48 0,0 2 16 16,0 2-80-16,-1 2-16 15,2 4 0-15,-1 1 0 16,0-10-1408-16,0 0-304 0,7 49-48 0,-7-49-16 0,0 0-384 0,17 71-80 0,-17-71 0 0,0 0-16 0,23 69-80 0,-23-69-16 31,0 0 0-31,24 65 0 0,-24-65-320 0,0 0-144 16,22 57 128-16,-22-57-128 0,0 0 192 0,0 0-64 15,0 0 0-15,0 0 0 0,20 58 240 16,-20-54 32-16,2-1 16 0,-4-2 0 0,2-1-112 31,-1-3-32-31,-1 2 0 0,1-5 0 0,0-1-16 16,-1-3 0-16,-1 0 0 0,2-1 0 0,-1 0 16 0,1-2 0 0,1 0 0 15,-1-2 0-15,-1-2-16 0,2 0-16 0,2-2 0 0,-1 0 0 0,3 2-48 16,3 1-16-16,2 2 0 0,2 1 0 0,2 3-176 0,0 1 192 0,-1 1-192 16,1 3 192-16,-3 2-64 15,0 0-128-15,1 2 192 0,2-1-64 16,-2 2-128-16,0 0 192 0,2 0-192 0,-2 2 192 0,1-1-192 0,-2 1 0 0,-2 0 0 0,1 3 0 31,-2-1-384-31,-2 2-96 31,1 1-32-31,0 3-19344 0</inkml:trace>
  <inkml:trace contextRef="#ctx0" brushRef="#br0" timeOffset="57263.66">12935 4157 25791 0,'4'1'2304'0,"-1"-1"-1856"0,-1 0-448 0,1 0 0 0,-1 0 976 0,2 0 112 0,3 0 0 0,6-1 16 0,-13 1 880 0,45-3 192 15,-45 3 16-15,54-6 16 16,-54 6-1312-16,53-5-256 0,-30-1-48 0,-2 2-16 0,-1-2-128 0,-5-1-48 16,1 1 0-16,-2-2 0 0,-3-1-128 0,-1 1-16 15,0-2-16-15,-4-1 0 16,-2-1-80-16,-3 1-16 0,-2 0 0 0,0 1 0 0,-5 0-144 0,-1-1 0 15,-2 1 0-15,-2 0 0 0,-2 1 0 0,-1 2 0 16,0 2 0-16,-1 2 0 0,-1 2-144 0,2 2 144 16,0 2-192-16,-2 2 192 437,-1 2-128-437,-1 5 128 0,0 1 0 0,2 2 0 16,3 2 0-16,2 0 0 0,4 0 0 0,1 0 0 0,4 1 0 0,0-2-128 0,2-2 128 0,3 1 0 0,-3-15 0 0,0 0 0 0,0 0 0 0,27 64 0 0,-27-64 0 0,0 0 0 0,0 0 0 0,51 49 0 0,-51-49 0 0,0 0 0 0,0 0 128 0,65 36-128 0,-65-36 0 0,0 0 0 0,0 0 0 0,76 15-12512 0,-76-15-2480 0</inkml:trace>
  <inkml:trace contextRef="#ctx0" brushRef="#br0" timeOffset="57455.13">13815 4082 15663 0,'-3'-19'1392'0,"0"10"-1120"0,2 0-272 0,-1 2 0 0,1 3 4736 0,-2 0 896 0,0-1 192 0,-3-2 16 0,-1-1-3408 0,-4-3-672 0,-4-2-144 0,-1 4-16 0,-2 5-896 0,-1 4-160 0,1 3-32 0,0 4-16 0,-2 4-320 0,3 2-176 0,0 4 192 0,3 1-192 0,0 2 128 0,4 1-128 0,4-4 0 0,2 2 0 0,2-1 0 0,2-18 0 0,0 0 0 0,13 54 0 0,-13-54 0 16,0 0 0-16,0 0 0 0,0 0-144 0,0 0 144 0,68 41-192 0,-55-41 192 0,-1-3-192 0,1-1 192 0,0-4-192 15,1 1 192-15,0-1-192 0,-1-1 192 0,-2 1 0 0,0 0 128 0,-2 0-128 0,-1 3 272 0,-1 1-16 0,-1 1 0 0,-2 3 0 0,1 1 80 0,-3 3 16 0,1 5 0 0,0-1 0 0,-2 2-128 0,1 3-32 0,-2-13 0 0,3 44 0 0,-3-44-192 0,1 49 176 0,-1-49-176 0,0 64 160 0,0-28-160 0,0 4 0 0,0 1 0 0,-1 1 0 0,1 1 0 0,0-2 0 0,1-2 0 0,0 1 0 0,1 1 0 0,1 0 0 0,0-2 0 0,-3-39 0 0,7 63-224 0,-7-63-32 0,11 53 0 0,-11-53 0 0,0 0 64 0,20 55 16 0,-15-45 0 0,2-3 0 0,0-1 176 0,2-6 0 0,-2-1 0 0,0-2 0 16,-1-2 720-16,1-3 240 0,1-5 32 16,1-5 16-16,1-6-768 0,1-6-240 0,0-2 128 15,-1-4-128 1,-1 1-704-16,-2 0-192 0,-2-6-32 0,-2 0-16 0,-1 1 944 0,-5 4 0 0,-3 2 160 0,-1 3-16 15,-4 4 176-15,1 7 16 0,0 3 16 0,-3 3 0 16,-2 0 96-16,-1 2 32 0,1 4 0 0,-1 1 0 16,5 3-240-16,-3-1-48 0,1 3-16 0,0 2 0 15,2-2-176-15,2 4-272 0,1 0 64 32,4 1 16-32,1 1 192 15,3 2 0-15,3 1 0 0,1 0-21984 0</inkml:trace>
  <inkml:trace contextRef="#ctx0" brushRef="#br0" timeOffset="58279.48">14231 4055 19343 0,'3'-6'848'0,"-1"4"192"0,-1-1-832 0,0 1-208 0,-1 1 0 0,0 1 0 0,2 0 2960 0,-1 0 560 0,1 0 96 0,-1 3 32 0,1 1-1120 0,-1 2-224 15,0 3-32-15,2 3-16 16,-1 1-1456-16,-1 1-288 0,-1-14-64 0,0 0-16 16,0 0-256-16,14 63-48 0,-14-63-128 0,0 0 192 15,0 0-192-15,26 61 0 16,-26-61 0-16,0 0 0 0,0 0 0 0,0 0 0 16,57 49 0-16,-57-49 0 0,0 0 0 0,41 0 0 0,-26-5 0 0,-4-1 0 531,0-2-144-531,-1-1 144 0,3-4 0 0,-2-1-144 0,0-1 144 0,-2-2 0 0,-2 1 128 0,0-2-128 0,-1 0 272 0,-4-4-16 0,0 3 0 0,-2-3 0 0,-2 3 160 0,1 0 32 0,-2 1 0 15,2 1 0-15,-2 4-16 0,2 3 0 0,-1 3 0 0,1 3 0 0,-1 3-112 0,-1 1-32 0,2 1 0 0,-2 3 0 0,2 3-112 0,-1 3-32 0,0 4 0 0,0 3 0 0,1 2-144 0,1 2 0 0,0-1 0 0,0-20 128 0,0 0-128 0,7 65 0 16,-7-65 0-16,0 0 0 0,14 62 0 0,-14-62 0 0,0 0 0 0,0 0 0 0,0 0 0 0,32 66 0 0,-20-59 0 0,-1 0 0 0,2-1 0 0,-1-3 0 0,3-2 0 0,-3 1 0 0,2-4-224 0,-1 1 32 16,1-2 0-16,-1 0 0 0,1 0-768 0,-3-1-128 0,1 1-48 0,-2-1-18800 0</inkml:trace>
  <inkml:trace contextRef="#ctx0" brushRef="#br0" timeOffset="58304.24">14885 3885 33167 0,'3'2'1472'0,"-1"-2"304"0,-1 1-1424 0,1 1-352 0,-2-1 0 0,0 1 0 0,0 0 1888 0,1 3 304 0,-1 2 64 0,1 4 16 0,-1-11-1280 0,0 0-256 0,5 56-48 0,-5-56-16 0,2 49-304 0,-2-49-64 0,3 48-16 0,-3-48 0 0,6 49-288 0,-6-49 160 0,0 0-160 0,11 62 128 0,-11-62-128 0,0 0 0 0,0 0 0 0,0 0 0 0,24 64-192 0,-24-64-32 0,0 0 0 0,0 0-12960 0,0 0-2608 0</inkml:trace>
  <inkml:trace contextRef="#ctx0" brushRef="#br0" timeOffset="58623.39">15258 3901 22111 0,'0'1'1968'0,"0"1"-1584"0,0 1-384 0,-1-2 0 0,1 1 2656 0,0 0 448 0,-1 4 96 15,1 2 0-15,0 4-768 0,-2 3-144 0,2-15-48 0,0 0 0 16,3 62-1408-16,-3-62-304 15,0 0-48-15,7 64-16 0,-6-47-208 0,2 1-64 16,0 1 0-16,0-1 0 0,1-2-192 0,-1 2 0 0,0-2 128 0,0-2-128 16,-1-3 0-16,1-1 0 15,0-3 0-15,0-3 0 0,-2 0 0 0,2-2 0 0,-1-1 0 0,-1-1 0 16,0 0 0-16,-1-4-240 0,0 0 80 16,0-2 16-16,-1 0-16 0,0-1 0 0,-2-1 0 0,0-3 0 15,-1-1 160-15,1-2-192 0,-1 0 192 0,1-3-192 16,0 0 192-16,2 0 0 0,1 0 0 0,0 3 0 15,1 0 0-15,2 4 0 0,0 2 0 16,2 2 0-16,2 2 0 0,-1 1 0 0,2 1 0 16,2 2-128-16,0 3 128 0,0-1 0 0,1 2 0 0,1-1 0 15,0 1 0-15,0 0 144 0,2 0-144 0,-14-4 160 0,0 0-160 0,0 0 192 16,54 16-192 0,-42-13 192-1,2-2-192 1,1-1 0-1,-15 0 0-15,0 0 128 0,43-1-128 0,-30-1 0 0,1 0 0 0,-1-3-176 0,0 3-544 0,-2-1-112 0,0 0-32 0,-1 1-17472 0</inkml:trace>
  <inkml:trace contextRef="#ctx0" brushRef="#br0" timeOffset="59080.23">15785 4042 23039 0,'5'2'1024'0,"-3"-2"192"0,1 0-960 0,0 0-256 0,-2 1 0 0,2-1 0 0,0 0 2672 0,3 0 480 0,4 0 112 0,2 0 0 16,2 0-1152-16,2-1-256 0,1 1-32 0,0-2-16 16,-2-1-1152-16,2 1-224 0,0-3-48 0,2 1-16 15,-4 0-96-15,2-2-16 0,2 1 0 0,-1-5 0 16,3 3-64-16,2-2-32 0,1-2 0 0,-3 0 0 15,-6 2-160-15,-2-1 160 0,-2-1-160 0,-2 0 160 16,-2 1 0-16,-4 0 0 0,-2 0 0 0,-2 1 0 16,-2 0-16-16,-3-3 0 0,-2 2 0 0,-2 1 0 15,-3 0-144-15,-2 3 0 0,-1 4 144 16,1 0-144-16,-1 4 0 0,-2 2-128 0,-5 1 0 0,-2 7 0 16,-1 0-80-16,1 4-16 0,5 1 0 15,2 3 0-15,1 1 224 0,3 2-144 0,4 1 144 16,4-2-128-16,5 2 128 0,1 0 0 0,0-24 0 0,0 0 0 15,21 60 0-15,-21-60 0 16,0 0 0-16,0 0 0 0,58 65 144 0,-58-65 16 0,0 0 0 0,0 0 0 0,72 49 32 0,-72-49 0 16,0 0 0-16,62 21 0 0,-62-21-192 15,0 0 0-15,61 9 0 0,-44-9 128 0,0-2-320 0,-3 1-80 16,-2-2-16 0,0 0-13072-16,1-1-2608 0</inkml:trace>
  <inkml:trace contextRef="#ctx0" brushRef="#br0" timeOffset="59394.44">14859 3606 40543 0,'-17'-9'1792'0,"7"5"384"0,1 3-1744 0,4-1-432 0,2 1 0 0,1-1 0 0,1 2 256 0,0 0-48 0,-2 2 0 0,-1-1 0 16,2 2-352-16,1 1-80 0,2 3-16 0,-1-7-11856 31,0 0-2368-31</inkml:trace>
  <inkml:trace contextRef="#ctx0" brushRef="#br0" timeOffset="59912">16742 3761 10127 0,'14'-4'448'0,"-9"1"96"0,2 0-544 0,-1 2 0 0,-2-1 0 0,-2 1 0 16,1 0 1568-16,1-2 208 0,2-1 32 0,-2-1 16 16,-1 0 720-16,-5 2 144 0,-3 1 16 0,-3 2 16 15,-3 2-224-15,-3 1-32 0,-4 2-16 0,-4 4 0 16,1 1-992-16,-1 1-208 0,0 2-32 0,4 1-16 16,3-1-544-16,2 2-96 0,2 2-32 0,2 1 0 15,5 2-384-15,4-20-144 0,0 0 0 0,13 55 144 16,-13-55-144-16,0 0 0 0,53 40 0 0,-53-40 0 15,60 22 0-15,-60-22 0 0,65 24-144 0,-65-24 144 16,60 23 0-16,-60-23 0 0,55 24 0 0,-55-24 0 16,0 0 0-16,60 31 0 0,-60-31 0 0,0 0 0 0,0 0 0 15,0 0 0 1,0 0 0 0,19 61 0-1,-31-53 0-15,-8 1 0 16,-4 1 0-16,-3-2 0 0,2-1 272 0,-5 0-32 0,-2 0-16 0,-4 0 0 0,1-1 128 0,0 0 32 0,4-3 0 0,1-1 0 0,4 1-256 0,2-1-128 0,5-1 128 0,-1 1-128 15,6 0-528 17,2 0-176-17</inkml:trace>
  <inkml:trace contextRef="#ctx0" brushRef="#br0" timeOffset="60345.82">18783 3510 25791 0,'-1'5'2304'0,"1"2"-1856"0,0-1-448 0,0 0 0 0,0 1 1136 0,0 3 128 0,0-10 16 0,0 52 16 15,0-8 1024-15,1 7 208 0,5 1 32 0,-2 0 16 16,-4-52-1488-16,13 98-288 0,-13-98-64 0,16 86-16 16,-16-86-448-16,17 68-80 15,-17-68-32-15,0 0 0 0,22 66-160 0,-22-66 0 16,0 0 144-16,0 0-144 0,0 0 0 0,0 0 0 16,15 59 0-16,-15-56 0 15,0 0-304-15,0-4-128 0,0 1-16 0,2-3-18240 0</inkml:trace>
  <inkml:trace contextRef="#ctx0" brushRef="#br0" timeOffset="60584.42">18435 3959 32255 0,'2'-7'1424'0,"1"4"304"0,1 2-1392 0,2-1-336 0,-2 1 0 0,1-1 0 15,4 1 1024-15,5 0 144 0,10-4 32 0,11 0 0 16,8-1 240-16,3 0 48 0,2-1 16 0,0 3 0 15,2 0-976-15,-4 1-192 0,-2 2-32 0,-6-1-16 16,-7 1-288-16,-31 1 0 0,51 1-176 0,-51-1-12528 16,0 0-2512-16</inkml:trace>
  <inkml:trace contextRef="#ctx0" brushRef="#br0" timeOffset="61379.74">19231 3593 34095 0,'3'0'3024'0,"1"0"-2416"0,-1 1-480 0,-2 1-128 0,0 1 432 0,1 0 64 16,2 2 16-16,3 4 0 0,-7-9 960 0,0 0 208 0,0 0 48 0,37 82 0 16,-37-82-1104-16,0 0-224 0,13 79-32 0,-13-79-16 15,1 59-224-15,-1-59-128 16,-3 64 128-16,3-64-128 0,-5 62 0 0,5-62 0 0,-6 53 0 0,2-31 128 15,1-5-128-15,0-3 0 0,0-3 0 0,2-4 0 16,-1-1 0-16,1-2 0 0,1-1 0 0,0-2 0 16,0-1 0-16,1-1 0 0,1-2 0 0,1 0 0 15,-1-2 0-15,3-3 0 0,-1 1 0 0,2-4 0 16,1-2 160-16,0-2-32 0,1-2-128 0,2-3 192 16,1 2-192-16,2-2 144 0,0-1-144 0,1 0 128 531,1 1-128-531,2 1 0 0,3 0 0 0,0 2 0 0,-5 5-128 0,2 1 128 0,-1 3-160 0,-1 2 160 0,0 2-192 0,-3 4 48 0,0 3 16 0,-12-3 0 0,0 0 128 0,0 0-128 0,0 0 128 0,53 56-128 0,-53-56 128 0,0 0 0 0,26 58 0 0,-26-58 0 0,0 0 256 0,18 62-32 0,-18-62 0 0,0 0 0 0,11 67 128 15,-11-67 32-15,0 0 0 0,0 0 0 0,16 63-144 0,-12-52-32 0,2-1 0 0,-1-1 0 0,1-2-80 0,1-1 0 0,3-1-128 0,0-1 192 0,1-2-192 0,3 1 128 0,2-2-128 0,2 0 0 0,2 1 0 0,3-2 0 0,-1 1 0 0,1-2 0 0,-3 1 0 0,1 0 0 0,-1-2 0 0,-1 0 0 0,1-3 0 0,-3 0 0 0,0-2 0 0,-1-2 0 0,-2 1 0 0,-2-4 0 0,0 0 0 0,-2-4 0 0,-2 1 0 0,-1-2 144 0,0-2-144 0,-3 0 128 0,1-1-128 0,-4-1 192 0,1-1-192 0,-4 3 192 0,1-3-48 0,-2 1 0 0,-3 3 0 0,2 1 0 0,-3 3 16 0,-3 2 0 0,0 4 0 0,-1 4 0 0,-2 2 48 0,0 4 16 0,1 1 0 0,-1 4 0 0,0 1-224 0,1 3 176 0,-1 5-176 0,2-1 160 0,1 1-160 0,0 2 0 0,3 2 0 0,0 0 0 0,2 1 0 0,4-1 0 0,1-20 0 0,0 0 0 0,0 0 0 0,21 69 0 0,-21-69 0 0,0 0 0 0,0 0 0 0,47 57 0 0,-47-57 0 0,0 0 0 0,0 0 0 0,61 39 0 0,-61-39 0 0,0 0 0 0,0 0 0 0,69 30 0 0,-69-30 0 0,0 0 0 0,0 0-576 0,55 15-128 0,-42-12-48 0,-2 0-13504 0,0 0-2704 16</inkml:trace>
  <inkml:trace contextRef="#ctx0" brushRef="#br0" timeOffset="61959.34">21848 3593 19343 0,'0'-6'1728'0,"0"4"-1392"0,0 0-336 0,0 1 0 0,0 1 2048 0,0 1 352 0,0 2 64 0,0 3 16 0,0 2 288 0,0 6 64 0,0-14 16 0,-1 44 0 16,1-44-1552-16,0 55-304 0,0-55-64 0,3 65-16 15,-3-65-464-15,7 78-112 0,-7-78-16 0,8 78 0 16,-8-78-80-16,10 67-32 0,-10-67 0 0,0 0 0 16,16 78-208-16,-16-78 144 0,0 0-144 0,0 0 128 15,22 64-128-15,-22-64 192 16,0 0-192-16,0 0 192 0,0 0-192 0,0 0 0 0,0 0 0 0,0 0 0 15,0 0-144-15,0 0-112 0,0 0-32 16,0 0 0 0,0 0-1328-16,0 0-272 0</inkml:trace>
  <inkml:trace contextRef="#ctx0" brushRef="#br0" timeOffset="62192.79">22045 3529 21183 0,'5'-19'944'0,"0"10"192"0,-1 1-912 0,0 2-224 0,0 3 0 0,-2 2 0 0,1-1 752 0,2 1 96 0,4 0 32 0,2 2 0 15,2 5 1920-15,-13-6 384 0,0 0 80 0,0 0 0 16,36 65-1664-16,-36-65-320 0,0 0-80 0,9 82-16 16,-9-82-608-16,-2 67-112 0,2-67-16 0,-4 74-16 15,1-30-208-15,1-1-32 0,2-43-16 0,-3 85 0 16,3-85-176-16,-2 69 192 0,2-69-192 0,0 0 192 0,6 65-192 15,-6-65 128-15,0 0-128 0,0 0 128 16,0 0-128-16,17 60 128 0,-13-53-128 16,0-1 128-1,1-1-128-15,2-1 0 16,-2-1 0-16,0-1 0 0,0-2-208 0,2-2-80 0,-1 1-16 0,1-3 0 0,-1-2-1280 16,-1 0-256-16</inkml:trace>
  <inkml:trace contextRef="#ctx0" brushRef="#br0" timeOffset="62663.87">21543 3915 29487 0,'0'0'2624'0,"3"-1"-2112"0,1 1-512 0,2 0 0 0,-2 0 832 0,5-2 48 0,6-2 16 0,9 1 0 16,13-2 1216-16,10-2 240 0,13-1 48 0,7 0 16 15,2 1-1280-15,2-2-256 0,2 2-48 0,-1 0-16 16,-6 2-256-16,-2-1-48 0,-5 2-16 281,-6 1 0-281,-7 0-240 0,-6 0-32 0,-6 2-16 0,-7 0 0 0,-6-1-208 0,-4 1 0 16,0 1 0-16,-5-2 0 0,-2 2 0 0,-1 0-160 0,-2-1 0 0,-3-1 0 0,0 1-864 0,-2 0-160 0,-1 1-32 0,-4-2-18176 0</inkml:trace>
  <inkml:trace contextRef="#ctx0" brushRef="#br0" timeOffset="62713.66">21627 4076 28559 0,'1'2'2544'0,"2"-2"-2032"0,2 1-512 0,0-1 0 0,0 0 960 0,4 0 112 0,5 0 16 0,13 0 0 0,12 0 1232 0,11-1 256 0,3-2 48 0,4-3 16 16,-2 0-1472-16,2-1-288 0,-4 0-64 0,-2 0-16 0,-3 2-320 0,-5-1-64 0,-7 2-16 0,-3 0 0 0,-4 1-240 0,-5 1-160 15,-24 2 192-15,36 3-192 0,-22-1 0 0,-6-1 0 0,1 0-240 0,-5 2-13520 0,-1 1-2688 0</inkml:trace>
  <inkml:trace contextRef="#ctx0" brushRef="#br0" timeOffset="63240.08">23546 3953 16575 0,'-4'5'1472'0,"0"0"-1168"0,2 1-304 0,2-2 0 0,2-1 1104 0,-2 4 176 0,1 6 16 0,-1-13 16 16,0 0 608-16,29 75 128 0,-29-75 32 0,50 43 0 16,-50-43-592-16,67 29-112 0,-67-29-32 0,73 11 0 15,-39-11-208-15,-1-3-48 0,1-3-16 0,-2-2 0 16,-2-1-112-16,-2-2 0 0,-1-2-16 0,-5 1 0 16,0-2-368-16,-7-1-64 0,-4 1 0 0,-4 0-16 15,-2 2-160-15,-5-4-16 0,-3 0-16 0,-3 1 0 16,-2-2 16-16,-2 3 0 0,1 0 0 0,-5 0 0 47,-4-3-96-47,-3-2-16 0,-3 4 0 15,-3 1 0-15,-3 1-208 0,-1 6 144 0,3 3-144 0,0 4 128 16,-2 2-128-16,2 5 0 0,4 2 0 0,0 2 0 0,4 3 0 0,2 2 0 0,1-1 0 0,4 4 0 0,4-1-336 0,4 1-48 0,5-19-16 0,0 0 0 16,7 59-1056-1,-7-59-208 16</inkml:trace>
  <inkml:trace contextRef="#ctx0" brushRef="#br0" timeOffset="63694.36">24165 3607 31327 0,'3'-20'1392'0,"-2"13"272"0,2-1-1328 0,-1 2-336 0,-1 3 0 0,-1 1 0 0,1 0 1664 0,1 1 256 31,-1 1 48-31,1 3 16 0,-2 4-576 0,-2 7-128 0,-1 3 0 0,-1 5-16 15,4-22-752-15,-6 57-160 16,6-57-32-16,-4 68 0 0,4-68-64 0,3 76-32 0,-3-76 0 0,7 97 0 16,-7-97-224-16,10 104 176 0,-10-104-176 0,10 96 160 0,-10-96-160 0,8 82 0 15,-8-82 0-15,6 76 0 32,-6-76 0-32,0 0 0 0,9 78 0 31,-9-78 0-31,0 0 0 0,4 66 0 0,-4-66 0 0,0 0 0 0,0 0 0 0,0 52 0 0,-2-45 0 0,0-3 0 15,-1-2 0-15,-2-1 0 0,1-2 0 0,0-2 0 0,0-1 0 0,1-3 0 0,0 0 128 0,-1-3-128 0,0-3 0 0,1-4 160 0,1-1-160 0,0-3 160 16,-1 1 144-16,1-3 16 0,1-1 16 16,1 0 0-16,0 0 48 0,0 2 16 0,1 2 0 0,1 0 0 31,1 3-80-31,1 3-32 0,0 1 0 16,0 3 0-1,2 2-32-15,1 1 0 0,1 1 0 0,1 3 0 16,1 2-48-16,0 1-16 0,2 0 0 0,3 1 0 0,0 2-64 0,2-1 0 15,1 0-128-15,-1 1 192 0,2-1-192 0,-1-1 176 0,3 2-176 0,0-2 160 0,2 2-160 16,-2 0 0-16,-2-2 0 0,-2-1 0 0,-2 2 0 0,1-2 0 16,-2 0 0-16,-2 0 0 15,0 0-448-15,-2-2-112 0,-2 2-16 16,-1-1-16-16,0 1-704 0,-1-1-144 16,1-1-32-16,0 1-19072 0</inkml:trace>
  <inkml:trace contextRef="#ctx0" brushRef="#br0" timeOffset="64179.84">25706 3873 25791 0,'6'-9'1152'0,"-3"4"224"0,1-1-1104 0,-1 2-272 0,0 1 0 0,-2 2 0 0,2-1 2272 0,1-1 400 0,2-1 80 0,1 0 0 16,0 1-832-16,0 0-192 0,-1 3-16 0,-2 3-16 0,-1 3-1120 0,-2 2-208 15,-1 3-48-15,0-11-16 16,0 0-176-16,0 0-128 0,9 70 192 0,-9-70-192 0,0 0 0 0,24 65 0 15,-24-65 0-15,0 0 0 0,42 58 0 0,-42-58 0 16,0 0 0-16,55 43 0 0,-55-43 0 0,0 0 0 16,58 19 0 15,-38-21 0-31,-2 1 0 0,-1-2 0 0,0-3 0 16,1-2 0-16,-1-1 176 0,0-2-32 15,-3 1 0-15,1-1 0 0,-1-2 240 0,-3 1 64 0,-1-3 0 0,-5 0 0 0,0-1 96 0,-2-1 32 16,-3 2 0-16,-2-4 0 0,-1-2 0 0,-1 0 16 0,0-2 0 0,-3 1 0 0,1-1-192 15,-1 2-32-15,0 1-16 0,0 1 0 0,1 4-352 0,1 3 144 0,-1 2-144 0,2 3 0 32,1 2-272-17,0 3-176-15,0 3-16 16,2 2-16-16,2 3-816 0,1 2-176 0,-2-8-16 0,0 0-18928 0</inkml:trace>
  <inkml:trace contextRef="#ctx0" brushRef="#br0" timeOffset="64888.5">26517 4071 16575 0,'4'-3'1472'0,"1"0"-1168"0,0 1-304 0,-2 1 0 0,-2-2 2464 0,4-1 432 15,2-4 96-15,3-5 16 0,2-6 560 0,1-2 112 16,-3 0 32-16,-4 0 0 0,-2 1-2416 0,-3-1-464 16,-1 1-112-16,-3 0-16 0,-1 5-256 0,-3-1-48 15,-1 2-16-15,-4 1 0 0,1 4-64 0,-3 0 0 16,-3 5-16-16,1 1 0 15,2 2-160-15,-1 2-16 0,-4 2-128 0,0 2 192 0,0 4-192 0,1 2 0 16,2 2 0-16,1 1 0 16,-1 3 0-16,4 1 0 0,-1 2 0 15,3 3-160 1,3-2-32 0,1 2 0-16,6-23 0 0,-4 43 0 0,4-43-192 0,0 0-64 0,6 55 0 0,-6-55 0 0,0 0 48 0,0 0 0 0,0 0 0 0,51 56 0 0,-39-51 240 0,4-2 160 15,-1-2-192 16,2-1 192-31,-1-2 0 0,1-3 0 0,-2 0 0 0,-1-2 0 0,-1-2 192 0,-2 1 64 0,-1-1 0 0,-3-2 0 0,0 0 144 0,-1-2 48 16,-2 0 0-16,1-1 0 0,-3 1 64 16,1 1 32-16,3 2 0 0,-2 0 0 0,0 1-176 0,1 4-48 15,-1-1 0-15,0 3 0 0,-1 3-320 16,-2 2 0-16,2 1 0 0,-1 1 0 0,-1 3 0 0,2 1 0 0,-3-8 0 16,0 0 0-16,0 0 0 0,0 0-128 0,17 67 128 15,-17-67-192 1,0 0 64-16,0 0 0 0,0 0 0 0,0 0 0 15,44 56 128-15,-36-53-128 0,3 0 128 0,-2-3-128 0,1 0 128 0,0-2 0 0,-1 0 0 0,3-3 0 16,-2 0 0-16,0-2 0 0,-1 0 0 0,1 0 0 16,0-2 0-16,-1 1 0 0,-1-1 0 0,-2 1 0 15,-1 1 0-15,1 0 144 0,1-3-144 0,0-2 0 16,3-2 160-16,0-1-160 0,1-1 128 16,1-1-128-16,2 2 128 0,0-2-128 0,1 3 0 15,1-1 128 1,0 4-128-16,-1 1 0 0,1 2 0 0,-2 1 0 0,0 2 0 0,-3 3 0 0,0 2 0 0,1 0 0 15,-4 4 0-15,1 0 0 0,-2 3-144 16,0 2 144-16,-7-9-208 0,0 0 16 0,0 0 0 0,0 0 0 0,17 65 192 31,-17-65-192-15,0 0 192-16,0 0-192 0,10 69 192 0,-10-69 0 16,0 0 0-16,0 0 0 0,22 62 0 0,-22-62 0 15,0 0-160-15,0 0 160 0,0 0-192 0,0 0 48 0,47 49 0 0,-40-44 0 16,1-4-368-16,1 1-80 0,-1-2-16 0,1 0 0 0,-2-2-1072 0,1-1-224 0,-1 2-32 0,1-3-15264 15</inkml:trace>
  <inkml:trace contextRef="#ctx0" brushRef="#br0" timeOffset="65082.2">27294 3914 13823 0,'0'-13'608'0,"-1"6"128"0,-1 1-592 0,2 2-144 0,-1 3 0 0,1-1 0 0,-2 2 4304 0,1-1 832 0,0-1 176 15,-1 2 16-15,-1 0-2128 0,1 2-416 0,0 1-96 0,1 1 0 0,-1 0-1616 0,2 5-320 0,0 1-64 0,0 1-16 16,0-11-128-16,0 0-32 0,0 0 0 0,9 59 0 15,-9-59-256-15,0 0-64 0,0 0-16 0,0 0 0 16,28 72-176-16,-28-72 0 0,0 0 144 0,0 0-144 16,0 0 0-16,47 51 0 0,-37-47 0 0,1 1 0 15,4 0 0 1,2-1 0-16,0-1-160 16,2 0 160-16,-1 0-848 0,-1 0-64 15,-2 0-16-15,1-1-12560 0,-2 1-2512 0</inkml:trace>
  <inkml:trace contextRef="#ctx0" brushRef="#br0" timeOffset="65480.68">27903 4054 5519 0,'4'-10'496'0,"-1"4"-496"0,0 0 0 0,0 1 0 0,-2 1 5168 0,0-1 928 0,-1 1 192 0,2-3 48 0,-1-3-2304 0,-1-3-448 16,0-2-80-16,-3-1-32 0,-1 2-2112 0,-1 3-416 15,-2 0-96-15,-3 2-16 0,-2 2-320 0,0 1-80 16,-4 5-16-16,1 1 0 0,0 3-240 0,0 1-48 15,-1 2-128-15,1 2 192 0,-1 3-192 0,2 2 0 16,1 3 0-16,2-2 0 0,3 3 0 0,1 0 0 16,1 0 0-16,6-17 0 0,0 0 0 0,0 0-128 15,-1 59 128 1,3-48 0-16,-2-11-240 16,0 0 64-16,0 0 16 0,0 0 0 0,0 0 160 0,51 48-208 15,-38-43 80-15,0-3 128 0,-1 0-192 0,1-2 192 0,1 0-192 0,2-3 192 0,-1-1-176 0,1 0 176 0,-4-2-128 16,0 0 128-16,-1-1 0 0,-1 0 0 15,-2 0 0-15,0 0 0 0,-1 0 128 16,-2 0 16-16,-1 0 0 0,2 3 0 0,-2-2 112 0,1 3 32 16,-3 0 0-16,0 2 0 0,2 1-112 0,-1 0-32 0,1 1 0 0,0 2 0 31,2 1-144-15,-2 1 192-16,2 2-192 0,1 0 192 0,-1 1-192 0,1 1 0 0,0-2 0 0,1 1 0 15,1-2 0-15,-1 1-224 0,3-1 48 0,-1-1 16 0,0-1-416 16,0-1-64-16,-1-1-32 0,-1-1-19040 0</inkml:trace>
  <inkml:trace contextRef="#ctx0" brushRef="#br0" timeOffset="65963.88">28301 3611 34095 0,'-1'-8'3024'0,"1"5"-2416"0,0 2-480 0,1-1-128 0,1 2 368 0,-2 2 48 0,0-1 16 0,1 3 0 0,1 5 128 0,-2-9 16 0,0 0 16 0,0 0 0 16,7 76 0-16,-7-76 0 0,-3 55 0 0,3-55 0 16,-6 68-400-16,6-68-192 15,-7 69 160-15,7-69-160 0,-4 61 0 0,4-61 128 16,0 0-128-16,-4 73 0 0,4-73 160 0,0 0-16 16,0 0 0-16,0 0 0 0,7 68-144 0,-6-61 192 15,2-1-192-15,-2-2 192 0,2 0-192 0,-1-2 0 16,0-1 144-16,1-2-144 0,-1 1 0 0,0-3 128 0,1 0-128 0,-1-2 0 15,0-2 144-15,3-1-144 0,-2 0 192 0,1-2-192 16,1 0 256-16,1-1-64 0,1-2-16 0,2-1 0 16,2 0-48-16,2-2 0 0,1 1 0 0,1-1 0 15,4 4-128 1,-1-1 0-16,-1 2 0 16,0 1-176-16,0 3 176 0,1 1-208 15,1 2 80-15,-1 1 128 0,0 3-240 0,-2 1 80 0,-1 4 16 0,-2 2 0 0,-13-7 144 0,0 0-192 0,0 0 192 0,0 0-192 16,45 56 192-16,-45-56-192 15,0 0 192-15,0 0-192 0,0 0 192 16,6 67 0-16,-12-56 0 31,-2-3 0-31,-3 2 0 0,-2-3 256 0,0-1-64 0,-4-2-16 0,-1 0 208 0,-3 1 32 0,-2-3 16 0,0 0 0 0,4 1 16 0,2-2 0 0,3 1 0 0,2-1 0 0,5-1-448 0,3 1-176 16,3 1 16 15,-1-2-13024-31,4 0-2592 0</inkml:trace>
  <inkml:trace contextRef="#ctx0" brushRef="#br0" timeOffset="66594.39">28921 3652 34095 0,'0'-18'1504'0,"0"10"320"0,2-1-1456 0,-1 3-368 0,1 2 0 0,-2 1 0 0,0 2 1056 0,1-2 144 0,1 0 16 0,0-1 16 0,1 1 80 0,0 5 16 15,-2 0 0-15,1 6 0 0,-2 1-736 0,0 3-144 32,0-12-16-32,0 0-16 0,0 0-64 0,-4 72-16 0,4-72 0 0,0 0 0 15,-5 72-48-15,5-72-16 0,-7 59 0 0,7-59 0 16,-4 61-112-16,4-61-32 0,0 0 0 0,-1 82 0 391,1-82-128-391,0 0 128 0,5 63-128 0,-5-63 128 0,0 0-128 0,0 0 0 0,0 0 0 0,0 0 128 0,16 70-128 0,-13-65 0 0,-2 1 0 0,-1-3 0 0,1 0-352 0,1-2-48 0,1 0-16 0,0-1 0 0,1 0-560 0,0-1-112 15,2 0-32-15,2-2-18320 0</inkml:trace>
  <inkml:trace contextRef="#ctx0" brushRef="#br0" timeOffset="66718.64">29201 3973 30399 0,'0'-4'1344'0,"0"2"288"0,2 4-1312 0,-1-4-320 0,0 2 0 0,-1 0 0 0,2 0 1008 0,1-2 128 0,2 2 16 0,2 0 16 0,3 1 576 0,2-1 112 0,2 0 32 0,-2 0 0 0,4 0-1296 0,-1 0-256 0,1 0-48 0,0-1-16 0,0-1-80 0,1 1 0 0,0-2-16 0,-1 0 0 0,-2 0-176 0,-1-1 160 0,-2 0-160 0,0-2 160 0,-2 1-160 0,-1-1 128 0,-3-1-128 0,-1 0 128 0,-1-2-128 0,-2-1 0 0,-4-1 0 0,-1-2 0 0,-2 3 0 0,-1 2 128 0,-3-3-128 0,-2-1 0 0,-5 3 0 0,-2-1 0 0,0 3 0 0,-3 1 0 31,3 2 0-31,-4 1 0 0,2 4-144 0,0 3 144 0,4 2 0 0,0 1-128 0,1 5 128 0,-1 0 0 0,3 4 0 0,1 1 0 0,3 0 0 0,3 2 0 0,7-19 0 0,0 0 176 0,0 0-32 0,5 74 0 0,-5-74 144 0,0 0 32 0,0 0 0 0,48 71 0 0,-48-71 16 0,0 0 16 0,53 46 0 0,-53-46 0 0,0 0-160 0,65 43-48 0,-65-43 0 0,0 0 0 0,62 35-144 0,-62-35 0 0,0 0 0 0,46 22 0 16,-34-17-192-16,0-1 0 0,-2 0-16 15,-2-1 0-15,1 0-560 32,-2-2-128-17,0-1 0-15,-3-1-18624 0</inkml:trace>
  <inkml:trace contextRef="#ctx0" brushRef="#br0" timeOffset="66945.94">27869 3610 38703 0,'-28'-6'1712'0,"15"4"352"0,3 0-1648 0,3 1-416 0,4 1 0 0,2 0 0 0,-1 0 0 0,1 1 0 0,0 1-192 0,-1 0 192 31,5 3-2592-31,4 2-400 0,-7-7-80 0</inkml:trace>
  <inkml:trace contextRef="#ctx0" brushRef="#br0" timeOffset="67402.25">30167 3801 911 0,'2'-6'0'0,"-1"3"0"0,-1 0 0 0,0 2 0 0,0 0 3648 0,0-1 640 16,-1 1 128-16,-1-2 16 0,0-1-816 0,-4-2-160 0,-3-1-48 0,-3 1 0 16,-2 1-752-16,-3 0-160 15,-2 3-16-15,0 2-16 0,-3 1-1344 0,1 3-272 0,1 2-48 0,5 0-16 16,4 1-416-16,-1 1-96 0,1 3-16 0,4 4 0 15,3-3-256-15,4-12 0 16,0 0 0-16,0 0 0 0,0 0 0 0,29 72 0 0,-29-72 0 0,0 0 0 0,58 46 0 16,-58-46 0-16,44 32 0 31,-44-32 0-15,0 0 0-16,61 48 0 0,-61-48 0 0,0 0-144 15,0 0 144-15,46 61 0 0,-46-61 0 0,0 0 0 0,0 0 0 0,0 0 0 0,-8 58 128 0,-3-48-128 0,-2 0 240 0,-6-2-32 16,1-1 0-16,-3 0 0 0,-2 0 16 0,1 0 0 0,-1-1 0 0,3-2 0 0,1-1-224 0,0 0 0 15,2 0 0-15,-3-2-12864 16,1-1-2528 0</inkml:trace>
  <inkml:trace contextRef="#ctx0" brushRef="#br0" timeOffset="68818.27">2247 6081 2751 0,'-8'-4'256'0,"4"1"-256"0,1 1 0 0,1 1 0 0,0 0 720 0,2-1 112 0,-1 1 0 0,-1-1 16 15,1 1-368-15,0-2-80 16,-2 0-16-16,0-1 0 0,3 0 128 0,0 0 32 15,3-2 0-15,-2 0 0 0,3-1 640 0,2-3 128 16,0 0 32-16,-1-2 0 0,2 0 864 0,0 0 176 16,0-1 48-16,1-3 0 0,0 1-16 0,-2-1 0 0,-1 1 0 0,0-1 0 15,-3 2-560-15,1 0-96 0,-3 1-32 0,-3 2 0 16,1 0-656-16,-3 1-144 0,0 1-32 0,-5 1 0 16,0 1-512-16,-3 3-96 0,0 1-32 0,-1 1 0 15,0 2-96-15,-3 3-32 0,-3 3 0 0,1 2 0 16,0 2-128-1,0 3 0-15,-1 2 0 0,0 2 128 16,2 3-128 0,2 0 0-16,2 1 0 0,1 2 0 0,5 1 0 0,1-3 0 0,4 0 0 0,2-2 0 15,2-1 0-15,3 2 0 0,-4-20 0 0,0 0 0 0,35 66 0 0,-35-66 0 0,0 0 0 0,0 0 0 0,71 55-144 0,-71-55 144 16,0 0 0-16,59 9 0 0,-40-12 0 0,-1-4-128 0,-2-2 128 16,-1-2 0-16,-1-2 0 15,2-2 0-15,-3-1 128 0,-2-1-128 0,0 2 224 0,-2-2-48 16,-2 0-16 15,-3 0 0-31,0 3 48 0,-1 0 16 0,-3-2 0 0,-1 0 0 0,-2 2 48 0,0 2 16 0,-1-1 0 0,1 2 0 0,0 4-48 0,2 1-16 16,-1 2 0-16,1 2 0 0,1 2-224 15,0 3 144 1,0 3-144 0,0-1 128-1,3 4-128-15,1 2 0 16,2 2 0-16,-1 0 0 15,4 2 0-15,-1-1 0 0,-1-1 0 0,2 0 0 0,-9-13 0 0,0 0 0 0,0 0 0 0,48 58 0 0,-48-58 0 0,0 0 0 0,0 0 0 0,0 0 0 0,66 49 0 0,-53-45 0 16,0-1 0-16,-4-1 0 0,3-4 0 0,-1-1 0 0,-1 0 0 0,-2-1 0 0,-1 0 0 0,1-2 0 16,-3 2 0-16,1-2 0 15,0 1 0-15,-2-1 0 0,0 0 0 0,0 1 0 16,0-1-368-16,1 2-96 0,-1 0-32 16,-1-1-12768-16,1 3-2560 0</inkml:trace>
  <inkml:trace contextRef="#ctx0" brushRef="#br0" timeOffset="69586">3011 5781 13823 0,'-4'-1'1216'0,"-2"0"-960"0,3 1-256 0,-1 0 0 0,0 0 1280 0,-6 0 192 0,-6 1 64 0,-12 0 0 0,-9 4 112 0,-2 0 16 16,2 2 16-16,3 3 0 0,3 0-208 0,4 1-32 16,3-1-16-16,6 2 0 0,5-1-208 0,3-3-32 15,7 2-16-15,3-3 0 0,6 0-448 0,2 0-80 16,4-1-32-16,5 0 0 0,1-3-224 0,5 1-32 16,2-3-16-16,0 2 0 0,4 0-64 0,-2 1-16 15,-27-4 0-15,56 16 0 0,-56-16-256 0,0 0 0 16,66 34 128-16,-66-34-128 0,0 0 0 0,0 0 0 0,0 0 0 15,43 62 0-15,-43-45 160 16,-2-3-32-16,-2 1 0 0,-4-2 0 16,-2 1 112-16,-1-2 16 0,-4-3 0 0,1 1 0 0,2-1 0 0,0-4 16 15,0 1 0 1,-1-3 0-16,2 0-32 0,-1 0-16 0,1-2 0 0,1 0 0 0,0 1-224 0,0 1 0 0,2 1 0 16,-2 0-12544-16,1 3-2496 15</inkml:trace>
  <inkml:trace contextRef="#ctx0" brushRef="#br0" timeOffset="70013.34">4606 5430 23951 0,'5'-7'1056'0,"-2"5"224"0,0 1-1024 0,0 2-256 0,-2 1 0 0,1 0 0 0,-1 4 1328 0,2 4 208 0,0 7 32 0,-3-17 16 0,8 56 256 0,-6-17 48 0,-2-39 16 0,4 86 0 16,-3-45-864-16,1-2-160 0,-2-39-48 0,4 71 0 15,-4-71-416-15,7 58-96 0,-7-58 0 0,0 0-16 16,13 68-80-16,-13-68-16 0,0 0 0 0,0 0 0 16,22 73-208-16,-16-59 0 0,-3-4 128 0,1-1-128 0,0-2 0 0,0-2 0 15,2 1 0-15,0-3 0 31,-1-2-1168-31,1-1-176 0,1 0-48 0,-1-3-15600 0</inkml:trace>
  <inkml:trace contextRef="#ctx0" brushRef="#br0" timeOffset="70252.75">4464 5873 12895 0,'2'-7'1152'0,"-1"3"-928"0,2 1-224 0,1 0 0 0,1 0 2224 0,-1 2 400 0,1-2 64 0,7 0 32 31,6-2 288-31,10-2 48 0,3-2 16 0,2 2 0 16,-2 1-1280-16,1 1-240 0,0 1-48 0,-3-1-16 0,1 4-1104 0,-2-2-208 16,-1 2-48-16,-2 1-128 15,-1 0-224-15,-1 0-160 0,0 1-16 0,-2-1-16752 16</inkml:trace>
  <inkml:trace contextRef="#ctx0" brushRef="#br0" timeOffset="70825.84">5150 5553 11055 0,'-2'-13'976'0,"2"7"-784"0,0 2-192 0,0 0 0 0,0 2 2736 0,0 2 496 0,2 0 96 0,-2 2 32 16,1-1-320-16,0 5-64 0,1 2-16 0,-2 4 0 16,1 4-976-16,-1 4-208 0,0 4-48 0,0 3 0 15,0 3-1088-15,-1-1-208 16,1 3-48-16,-2-3-16 0,4 1-192 0,-2-3-48 0,1-2 0 0,2-1 0 15,-3-24-128-15,0 0 128 0,11 71-128 0,-5-53 128 16,-6-18-128-16,0 0 0 0,0 0 0 0,0 0 0 16,31 64 0-1,-25-59 0-15,-1 1 0 16,1-3 0 0,0-2 0-16,-1-2 128 0,1-2-128 0,0-3 128 0,-4 1 16 0,3-4 0 15,-3 2 0-15,1-3 0 0,0-2 48 0,0-4 0 0,-2-2 0 0,4-3 0 16,0-2 32-16,2 0 16 0,2-1 0 0,1 0 0 0,2 3-112 0,1 1-128 0,0 3 176 15,1 3-176-15,-1 6 0 0,-1 1 0 0,0 4 0 0,-2 3 0 16,-1 4 0-16,0 3 0 0,-2 2 0 0,0 2 0 0,-1 2 0 16,-1 1 0-1,0 1 0 1,0 2-144-16,1 2 16 0,-6-19 0 0,0 0 0 0,0 0 0 0,27 66 128 0,-27-66 0 0,0 0 0 0,0 0 0 0,44 64 0 16,-44-64 0-16,0 0 0 15,0 0 0 1,60 50-144-1,-60-50 144-15,0 0-160 16,68 23 160-16,-50-19-256 0,2-2 64 0,0-2 0 0,1-5 0 0,0 1 192 0,-1-3-144 16,1-3 144-16,-1-2-128 0,0-1 128 0,-3-3 0 0,0 1 0 0,0-4 0 0,-3 1 128 0,-1-2 0 0,-2-1 0 0,-3 0 0 0,-2 0 96 0,-3 0 32 15,-2-2 0-15,-4-1 0 0,-1 3-16 16,-1 2 0-16,-4 2 0 0,-1 5 0 0,0 0-32 16,-1 5 0-16,-2 3 0 0,1 3 0 0,0 2-32 0,0 3-16 0,0 5 0 0,0 1 0 15,2 4-160 16,1 0 0-31,2 3 0 0,3 3 128 0,2-1-128 0,2 3 0 0,2-3 0 0,1-2 0 0,2 0 0 0,2 0 0 0,-7-17 0 16,0 0 0-16,0 0 0 0,0 0 0 0,57 65 0 16,-42-56 0-1,-15-9 0-15,0 0 0 0,56 19 0 0,-37-14 0 0,-2-1 128 0,2-1-128 0,-1 0 0 0,0-2 128 16,1 3-320-16,-4 1-80 0,-1-1-16 16,-2 0-13360-16,-1 2-2672 0</inkml:trace>
  <inkml:trace contextRef="#ctx0" brushRef="#br0" timeOffset="71609.92">7188 5772 13823 0,'4'-8'1216'0,"-2"4"-960"0,2 3-256 0,-3-1 0 0,2 1 1168 0,-2 1 192 0,1 0 48 0,1 0 0 0,0 1 896 0,1 4 176 0,-1 2 32 0,-1 3 16 16,0 2-640-16,-1 4-128 0,2-1-32 0,-1 4 0 0,0-2-1152 0,3 1-224 15,-5-18-48-15,0 0-16 16,0 0-288-16,28 65 128 0,-28-65-128 0,0 0 0 16,0 0 128-16,0 0-128 0,52 55 0 0,-39-51 0 15,0 1 336-15,-2-4-32 0,2-1-16 0,-1-3 0 16,1-1 192-16,-2-2 32 15,2-2 16-15,0-2 0 0,1 0-96 0,0-3-32 0,0-1 0 16,0 0 0-16,2-1-80 0,-1-1 0 0,1 0-16 0,-1 2 0 16,1 0-144-16,1 2-32 0,0 0 0 15,-2 4 0-15,-1 2-128 0,1 2 0 0,-4 1 0 0,-3 4 0 0,1 2 0 16,-1 3 0-16,-1 1 0 0,-1 3 0 0,0 1 0 16,-1 0 0-16,-2 2 0 0,0 1 0 0,0 0 0 15,-3 1 0-15,0-1 0 0,0 0 0 0,-2-3 0 0,2 0 0 16,-2 1 0-16,0-2 0 0,-1-3 0 15,1 0 0-15,0-2 0 0,-1-2 0 0,0-1 160 0,1-1 0 16,0-2 0 0,1-1 0-1,-1-1 96 1,2-2 0 15,-1-1 16-31,1-1 0 0,0 0-48 0,1-2-16 0,1 2 0 0,-1-1 0 0,3-2-80 0,2-3-128 0,0-1 176 0,2-3-176 0,2 0 144 0,1-2-144 0,4-3 0 0,0 0 144 0,3-4-144 0,2 2 0 0,1 2 144 0,3-1-144 0,3 3 0 0,0 3 0 0,-3 5 0 0,-3 3 0 16,-1 3 0-1,-4 4 0 1,-5 3 0-16,0 3 0 0,-1 5 0 0,-1 1-160 0,-2 2 160 0,-7-12 0 0,0 0-240 0,0 0 64 0,19 71 16 0,-16-51 0 16,-1-2 160-1,0 2-128-15,0 1 128 0,-2-21-128 0,0 0 128 0,10 61 0 0,-10-61 0 16,0 0 0-16,14 66-240 0,-14-66 48 0,0 0 0 16,0 0 0-1,18 67-608-15,-15-57-112 0,1-3-32 16,1 0-17040-16</inkml:trace>
  <inkml:trace contextRef="#ctx0" brushRef="#br0" timeOffset="72073.96">8324 5982 21183 0,'0'4'1888'0,"0"-1"-1504"0,0 1-384 0,0-1 0 0,0 0 928 0,0 0 112 0,0 1 32 0,0 5 0 0,1 3 960 0,1 5 192 15,-2-17 32-15,0 0 16 0,4 72-1280 0,-4-72-256 16,1 51-48-16,-1-51-16 0,0 0-544 0,6 76-128 16,-6-76 0-16,0 0 0 0,11 67 0 0,-11-67 0 15,0 0 0-15,0 0 0 0,0 0-128 0,31 69 128 16,-22-61 0-16,-2 0 0 0,0-3 0 0,0-1 160 16,1-1-16-16,-1-3 0 0,-1-1 528 0,-2-3 96 15,1-2 32-15,-4-3 0 0,-1-2 0 0,-1-4 0 16,-1-2 0-16,-2-6 0 0,-2 0-176 0,1-3-48 15,-1-1 0-15,0-3 0 16,1 0-80-16,2 1-32 16,1 1 0-16,2-4 0 0,5-3-208 15,2-3-64-15,5-4 0 0,4-1 0 0,2 4-192 0,2 3 0 0,0 5 0 0,1 4 0 0,-1 5 0 0,-2 3 0 0,1 5 0 0,-2 6 0 16,1 1 0 15,-3 4-128-31,2 3 128 0,-1 1 0 0,-1 4-192 0,-2 2 64 0,-13-7 128 0,0 0-208 0,0 0 0 0,0 0 0 0,36 69 0 0,-38-52 0 16,-1-2 32-1,-1 2 16-15,-3-1 0 0,-2-1 0 0,0 4 160 0,-6-2-192 0,0 1 192 0,-2-1-192 16,0-1 192-16,0-4 0 0,-1 1-144 16,1-3 144-16,3-2 0 0,-3 1 0 0,0-1 0 0,-2 1 0 15,5-4-160-15,2 1-16 0,0 0 0 0,1-2 0 16,1 0-1088 0,2 0-208-16,2-1-64 0,2 2-16048 0</inkml:trace>
  <inkml:trace contextRef="#ctx0" brushRef="#br0" timeOffset="72689.32">8903 5924 16575 0,'1'-3'1472'0,"1"0"-1168"0,-1 2-304 0,-1 0 0 0,0-1 1920 0,-1 1 320 16,1-2 64-16,0-1 0 0,0-2 1088 0,0 0 192 0,-2 2 64 0,1 1 0 15,-1 3-2176-15,1 2-448 16,0 1-64-16,-1 2-32 0,1 2-688 0,2 2-240 15,1 1 144-15,0 0-144 0,3 1 0 0,0-1 0 0,4 1 0 0,-1-1 0 16,5-2 0-16,1-1 0 0,2-1 0 0,-1-3 0 16,4-2 0-16,-2-2 0 0,1-2-176 0,0-1 176 15,-1-3-144-15,-1 0 144 360,-2-2-160-360,0-1 160 0,0 1 0 0,-3-4 0 0,2 2 0 0,-3-2 0 0,0 1 128 0,-3 0 32 0,0-1 0 0,-1 2 0 0,-2-2 192 0,-3 2 32 0,1-3 16 0,-2 1 0 0,-2 2 48 0,1-2 16 0,-2 3 0 0,2 0 0 0,-2 2-16 0,1 2-16 0,1 3 0 0,1 2 0 0,-1 1-176 0,-1 3-48 0,1 2 0 0,-1 2 0 0,2 3-208 0,0 1 0 0,2 4 0 0,-1-3 0 0,2 4 0 0,1-2 0 0,2 0 0 0,1 0 0 0,-7-14 0 0,0 0 0 0,0 0 0 0,0 0 0 0,42 71 0 15,-42-71 0-15,0 0 0 0,0 0 0 0,0 0 0 0,68 45 0 0,-51-39 0 0,2-3 0 0,-3-1 0 0,1-2 0 0,-1 0-160 0,1-1 160 0,1-2-448 0,-1 0-16 0,2 0 0 0,-2-1 0 0,-2 0-368 0,-1 0-64 0,-1 0 0 0,-2-1-18272 0</inkml:trace>
  <inkml:trace contextRef="#ctx0" brushRef="#br0" timeOffset="72824.39">9693 5321 30399 0,'-2'-2'2704'0,"1"1"-2160"0,-1 1-544 0,1 1 0 0,-2 2 1024 0,-1 0 80 0,-2 1 32 0,-2 3 0 0,-4 5 496 0,0 3 96 0,-1 6 32 0,3 3 0 0,2 3-1184 0,1 0-256 0,2 3-32 0,5-30-16 16,-4 61-80-16,4-61-32 0,3 65 0 0,-3-65 0 15,13 73-160-15,-13-73 128 0,15 72-128 0,-15-72 128 16,0 0-128-16,31 82 0 0,-31-82 0 0,0 0 0 15,37 66 144-15,-37-66-144 0,0 0 160 0,0 0-160 16,58 63 192-16,-58-63-64 0,0 0-128 0,0 0 192 16,63 31-192-1,-50-30 144-15,-2 2-144 0,1-3 128 16,2 1-128-16,-1-4 0 0,-2 1 0 16,-1-5 0-16,0 4-544 0,-2-3-32 0,-1 0-16 0,-3-1-11952 0,1 0-2368 0</inkml:trace>
  <inkml:trace contextRef="#ctx0" brushRef="#br0" timeOffset="73079.46">9476 5755 28559 0,'8'0'2544'0,"-3"0"-2032"16,1-2-512-16,-1 2 0 0,1-1 1024 0,4-1 128 16,7 0 0-16,11-3 16 0,8-2 832 0,0 0 176 0,-2 3 16 0,-3 0 16 15,-5-1-1568-15,-5 4-320 0,-6 1-64 0,0 1-16 16,-4 1-512-16,-1 2-112 15,-2 0 0-15,1 2-17712 0</inkml:trace>
  <inkml:trace contextRef="#ctx0" brushRef="#br0" timeOffset="73963.66">11433 5694 13823 0,'-3'-2'1216'0,"0"0"-960"0,2 0-256 0,-1 1 0 16,0 1 1680-16,-4-2 304 0,-4 0 48 0,-8-4 16 0,-8 2 416 0,-8-1 96 15,-2 3 0-15,-2 0 16 0,-2 4-752 0,2 0-160 16,5 3-16-16,4 2-16 0,3 1-752 0,5 1-160 16,4 1-16-16,7 1-16 0,5 0-368 0,3 0-64 15,4 2 0-15,3-2-16 0,4 2-240 0,3-2 0 0,5-1 0 0,2 0 0 16,2-1 0-16,3-2 0 0,6 1 0 0,2-1 0 516,-4 0-144-516,3 2 144 0,5-1 0 0,-4 2-144 0,-32-10 144 0,58 23 0 0,-58-23 0 0,0 0 0 0,0 0 0 0,52 48 0 0,-50-37 0 0,-5-2 0 0,-3-1 0 0,-1 1 0 0,-5-2 0 0,-3 0 0 0,-1-2 176 0,-3 0-48 0,-1-1 0 0,2-3 0 0,0 2 144 0,-1-3 32 0,1 0 0 0,-2 0 0 15,0-1-48-15,2-1-16 0,-2-1 0 0,2 1 0 0,1 0-240 0,3 1 0 0,0 1 0 0,2-2-160 0,5 4-1232 0,2-1-240 0</inkml:trace>
  <inkml:trace contextRef="#ctx0" brushRef="#br0" timeOffset="74077.39">11697 5505 21183 0,'3'-17'1888'0,"-2"8"-1504"0,1 2-384 0,-1 1 0 0,-1 4 2304 0,0 0 400 0,0 1 80 0,0 1 16 0,0-2-512 0,-1 4-112 0,-1 1 0 0,-2 4-16 0,1 4-1136 0,-2 3-208 0,0 4-48 0,0 4-16 0,1 0-432 0,-1 4-96 0,5-26-16 0,-5 56 0 0,5-56-16 0,-2 59-16 0,2-59 0 0,0 58 0 0,0-58-176 0,0 0 128 0,3 80-128 0,-3-80 128 0,0 0-128 0,0 0 0 0,10 67 0 31,-7-55 0-31,0-4 0 0,-1-1 0 0,0-3 0 0,-1-1 0 0,1-1 0 0,-2-1 0 0,1-1 0 0,-1-1 0 0,0-1 144 0,0-2-144 0,0 0 160 0,0-2-160 0,0-1 192 0,1-1-48 0,1-2-16 0,1-3 0 0,1 0 32 0,0-2 0 0,3-2 0 0,2-3 0 0,2 0-160 0,2-2 192 0,1-1-192 0,3 3 192 0,0 2-192 0,0 4 0 0,0 1 0 0,0 5 0 0,0 2 0 0,-2 3 0 0,1 3 0 0,-2 1 0 0,-2 4 0 0,1 0-144 0,-2 5 144 0,-2 2 0 0,-9-12-192 0,0 0 192 0,0 0-192 0,0 0 192 0,23 70-176 0,-21-54 176 0,1-2-160 0,1 0 160 0,-1 0 0 0,0-1 0 0,0 1 0 0,0-3 0 0,1-1 0 0,0 0 0 16,0-2 0-16,1 1 0 0,2-2 0 0,-2-1 0 16,2-2 0-16,-1 0 0 0,1 0 0 15,2-1-176-15,-1 0 0 0,1 0 0 16,-2 0-1472-16,1 2-288 16</inkml:trace>
  <inkml:trace contextRef="#ctx0" brushRef="#br0" timeOffset="74527.39">12427 5957 5519 0,'15'-7'240'0,"-10"2"64"0,2-2-304 0,-1 3 0 0,-2 1 0 16,-1 0 0-16,1-1 2432 0,2-3 416 0,1-4 96 0,1-3 0 0,-1-3 1040 0,-2 0 208 0,-4 1 32 0,-4 2 16 0,-1 1-1584 0,-4 1-320 15,-2 0-64-15,-4 2-16 0,-3 2-1232 0,-2 2-240 16,-1 2-48-16,-1 1-16 15,-1 3-320-15,-1 2-64 0,2 3-16 0,1 1 0 16,3 1-192-16,2 0-128 0,2 3 160 0,3 0-160 0,3 3 0 0,3-2 0 16,1 2 0-16,1-2 0 15,4 3 0-15,1-1 0 0,1-2 0 0,2 0 0 47,1-1 0-47,3-1 0 0,2-4-160 0,2 1 160 0,-1-3-208 0,3-2 32 0,-1-2 16 0,2-1 0 0,0-2 160 0,0-1-208 0,0-1 80 0,0-3 128 16,1 1-144-16,-2-1 144 0,-1 0 0 15,0-1 0-15,-3 0 0 0,-2 0 0 0,-3 0 0 0,-3 2 0 0,1 0 0 0,-4 3 224 0,1 1-32 0,-1 1-16 16,-1 1 208-16,0-1 32 0,0 5 16 0,0-1 0 16,1 5-80-16,-1 0-16 15,2 1 0 17,1 1 0-1,-1 1-336-16,4 1 144-15,1 2-144 16,0 0 0-16,2 0 0 0,-1 0 0 0,2-1 0 0,0 2 0 0,1-2 0 16,0-1 0-16,2-2 0 0,0 1 0 0,1-2-208 0,-1 0-112 0,-1 0 0 0,1-1-16 0,-3-2-880 0,1-1-192 0</inkml:trace>
  <inkml:trace contextRef="#ctx0" brushRef="#br0" timeOffset="75000.7">12904 5829 23951 0,'2'2'1056'0,"0"-2"224"0,-1 1-1024 0,1 2-256 0,-2-1 0 0,0 0 0 0,0 3 1872 0,0 2 320 0,0 4 64 0,0-11 16 16,0 0-576-16,0 0-112 0,7 80-32 0,-7-80 0 16,0 0-992-16,7 67-208 0,-7-67-32 0,0 0-16 15,12 79-48-15,-12-79 0 0,0 0 0 0,19 83 0 16,-19-83-256-16,0 0 160 0,22 87-160 0,-22-87 128 16,0 0-128-16,19 73 0 0,-19-73 0 0,0 0 0 0,0 0 0 0,21 73 0 31,-17-60 0-31,-1 0 0 0,0 0 0 0,-2-4-144 0,1-1 144 0,-2-3 0 0,-2-2-224 15,-1-2 64-15,1-1 16 0,-4-2 0 0,0-5 144 0,1-2 0 0,-1-2 0 16,0-5 0-16,-1-1 448 0,2-3 80 0,-1-4 16 0,0 0 0 16,1-2 64-16,0-1 16 0,1-3 0 15,1 0 0-15,1 1-96 0,0-2-16 16,2 1 0-16,2-4 0 0,0-5-192 0,3-1-32 0,2-1-16 0,3 1 0 16,2 4-272-16,4 2 0 15,-1 4 128-15,4 3-128 0,-2 6 0 0,1 3 0 0,2 5 0 0,-2 2 0 0,2 5 0 16,0 0-144-16,-1 6 144 0,1 0-128 0,0 5 128 31,1 0-128-31,0 2 128 0,-2 3-128 0,-19-10 128 0,0 0-128 0,0 0 128 0,62 54-128 31,-62-54 128-15,0 0-192-16,0 0 192 0,0 0-192 0,18 80 192 0,-23-60-128 16,-5-4 128-16,-3-1-128 0,-4-1 128 0,-3-1 0 0,2-3 0 0,-5-1 0 0,1-1 0 0,-1-2 0 0,5-1 128 0,-2 1-128 15,-3-3 0-15,1 0 144 0,-1-1-144 0,1 0 0 16,-1-1 0-16,3 1-272 0,2 1 16 15,4-2-13056-15,1 0-2608 0</inkml:trace>
  <inkml:trace contextRef="#ctx0" brushRef="#br0" timeOffset="75914.37">13558 5841 27647 0,'-3'0'2448'0,"0"0"-1952"0,1 0-496 0,2 0 0 0,0 0 1120 0,-1 0 128 16,-2 1 32-16,0 1 0 0,1-1 592 0,0 2 128 16,4 0 32-16,3-1 0 0,2 3-1120 0,5-2-208 15,0-1-64-15,5 0 0 0,2-2-208 0,3 1-48 0,4-1-16 0,1-1 0 16,-1-2 16-16,1-1 16 0,0-2 0 0,0-1 0 16,1-1-192-16,-2-1-32 0,-2 1-16 0,-5-2 0 15,0 0-160-15,-4-2 160 0,-1 3-160 0,-4-3 160 16,-1 1-160-16,-4 0 0 0,-3 1 0 0,-4 0 0 15,-2-1 0-15,-3-1 128 0,-1 2-128 0,-5-1 0 516,-1 3 192-516,-3-1-32 0,1 5-16 0,-2 0 0 0,0 4-144 0,-4 2 160 0,1 3-160 0,1 3 160 0,1 4-160 0,0 3 0 0,4 2 0 0,1 1 128 16,2 2-128-16,4 1 160 0,2 1-160 0,5-3 160 0,1-3-32 0,3 2-128 0,-3-18 192 0,0 0-64 0,0 0 32 0,39 75 0 0,-39-75 0 0,0 0 0 0,51 45-160 0,-51-45 0 0,0 0 0 0,62 38 0 0,-62-38-432 0,0 0-160 0,54 24-48 0,-32-16-13168 0,1-1-2640 0</inkml:trace>
  <inkml:trace contextRef="#ctx0" brushRef="#br0" timeOffset="77016.92">14577 6016 23039 0,'0'-1'2048'0,"0"-1"-1648"0,2 2-400 0,-1 0 0 0,-1-1 656 0,2-1 48 0,-1 1 16 0,1-2 0 15,0 0 1792-15,0-1 368 0,1 1 64 0,-3 0 0 16,0 2-1344-16,0-1-288 0,-2 2-48 0,-1-1-16 16,1 1-736-16,-1 0-160 0,-2 0-32 0,0 1 0 15,1 1-144-15,-2-1-48 0,2 1 0 0,-1 1 0 16,1-1-128-16,0 1 0 0,1 0-192 0,2 0-18576 15</inkml:trace>
  <inkml:trace contextRef="#ctx0" brushRef="#br0" timeOffset="79576.46">21960 1330 5519 0,'-1'-3'496'0,"-1"-1"-496"15,1 1 0-15,-1 0 0 0,2 2 864 0,-1-2 80 0,-3-4 16 0,1-5 0 0,-4-2 768 0,0 0 144 0,1 0 48 0,2 1 0 16,0 4 128-16,1 1 16 0,0 3 16 0,2 1 0 16,-1 2-272-16,1 2-48 0,1 3-16 0,-2 1 0 15,2 3-224-15,0-7-48 0,0 0-16 16,-3 41 0-16,3-41-256 0,-1 43-48 0,1-43-16 0,-3 53 0 16,3-53-368-16,-3 64-80 0,2-26-16 31,-2 6 0-31,2 5-288 0,-1 6-64 31,1 6-16-31,-1 0 0 0,1-2-96 0,0-2-16 0,1-6 0 0,0-6 0 0,0-1-48 0,0 2-16 16,1 2 0-16,-2 0 0 0,1 2-128 0,-2-4 128 0,1-2-128 0,-1-1 128 0,0-4-128 0,-1-2 192 0,-1-5-192 0,-2 1 192 15,2-5-48-15,-1-1 0 0,1-3 0 0,4-24 0 16,-5 39 32-16,5-39 0 16,-6 34 0-16,6-34 0 0,0 0 0 0,-3 37 0 0,3-28 0 0,0-4 0 15,0-1 0-15,0-2 0 16,1-1 0-16,1-1 0 0,-1 0-48 0,1-1-128 0,1-1 192 15,-2 1-64 1,0 0-128-16,2-1 192 0,-1 1-192 0,0-2 192 16,1 0-192-16,1 2 128 0,2-2-128 15,0 2 128-15,-1-1-128 0,4 2 0 0,-1 0 0 0,-8 0 128 0,0 0-128 0,0 0 0 0,0 0 0 0,55 6 0 0,-55-6 0 0,0 0 0 16,53 4 0-16,-53-4 0 0,53 1 0 16,-53-1 0-1,65-1 0-15,-26 0 0 0,-39 1 0 0,80-5 0 0,-38 4 0 0,-1 0 0 0,-41 1-144 0,70-3 144 16,-29 1 0-1,0 1 0-15,-6-2 0 0,4 2-128 0,4-2 128 0,-1-1 0 0,2 1 0 0,-4 0 0 0,-40 3 0 32,74-4 0-32,-30 2 0 0,0-1 0 0,3 3 0 0,-2-1 0 0,0 0 0 0,-45 1 0 0,78-3 0 0,-78 3 0 15,72-2 0 1,-72 2 0-16,66 0 0 0,-66 0 0 0,78 0 0 0,-34 2 0 0,-44-2 0 0,82 5 0 16,-82-5 0-16,83 6 0 0,-83-6 0 15,79 6 0 1,-79-6 0-16,64 3 0 0,-64-3 0 0,69 0 0 15,-69 0 0-15,65 0 0 0,-65 0 0 0,55-2 0 0,-55 2 0 0,48 2 0 0,-48-2 0 0,51 2 0 16,-51-2 0-16,49 3 0 0,-49-3 0 0,50 3 0 16,-50-3 0-16,0 0 0 0,63 6 128 0,-63-6-128 15,0 0 0-15,54 4 0 0,-54-4 0 32,0 0 0-32,55 3 0 0,-55-3 0 0,0 0 0 0,47 0 0 0,-37 0 0 0,-1 0 0 0,0 0 0 0,-1-2 0 15,1 1 128 1,-4 0-128-16,1-1 0 0,-2 1 0 0,1-1 208 0,-3 1-48 0,0-2-16 0,2 2 0 0,-1-2-144 15,0 0 160-15,0 0-160 32,1 0 160-32,-1-1-160 31,-1 0 0-31,1 0 0 0,-1-1 0 0,0 1 0 0,1-2 0 0,0 2 0 0,-1 0 0 0,-1 0 0 0,0-2 0 0,1 2 0 16,-1-3 0-16,1 1 0 0,-2-1 0 0,1 1 0 0,-1-2 0 0,0 1 144 0,-1-3-144 0,1 0 160 0,-2-1-160 0,2-2 160 0,-1-1-160 15,-1-2 160-15,1-1-160 0,-2 1 128 0,0-3-128 16,2-2 0-1,-2-2 144-15,3 1-144 0,-1-2 128 0,1-3-128 16,-2-1 128-16,2-2-128 0,0 2 0 0,-1-1 144 0,-1 1-144 0,2-1 0 0,-1-3 128 0,0-3-128 16,-2-2 0-16,1 2 128 0,-2 0-128 15,1-1 128-15,-1 3-128 0,-2-3 128 16,1 1-128-16,1-2 128 0,-4 0-128 0,3 2 128 16,-1 1-128-16,1 3 160 0,0-1-160 0,1-4 128 15,0 1-128-15,0-2 0 0,-1 2 0 0,3 2 0 0,0 1 128 0,1 2-128 16,-1 3 0-16,2 3 0 0,-1 2 0 0,1 2 0 31,-2 0 0-31,1 3 128 0,0 2-128 0,-2 1 0 0,1 0 0 0,0 1 176 0,-1 0-176 0,1 2 192 0,-1 0-192 16,1-1 176-16,-1 2-176 0,0 0 160 15,0 1-160-15,2-1 128 0,-2 1-128 0,0 2 0 0,2-1 144 16,-2 2-144-16,0-1 0 0,0 0 0 0,0 1 128 16,-1 2-128-16,1 0 0 0,-1 1 0 0,-2-1 128 0,1 1-128 15,-2 1 0-15,0 1 144 16,-2 0-144-16,1-1 0 0,-1 2 0 0,-1 0 0 15,-1 2 128-15,0-2-128 0,-2 1 0 0,0 0 0 0,1 2 0 0,-5-1 0 16,0 0 128-16,-3 1-128 16,-1 0 0-16,-2 1 0 0,-2-1 128 0,-1 1-128 0,-2-1 0 0,-2 0 0 0,-1-1 128 15,-1 0-128-15,-4 0 0 0,3-2 0 16,-3 1 0-16,-2-1 0 0,-3-1 128 0,2 1-128 16,-7-2 0-16,-4 1 0 0,-6 0 128 31,-1 1-128-31,-6-2 0 0,-7 1 0 0,-4-1 128 0,-1 2-128 0,1 0 128 0,-4 2-128 0,-3 1 128 0,-5 1-128 0,-1 0 128 15,-2 2-128-15,2-1 128 0,4 2-128 32,4-1 0-32,0 1 128 0,4-1-128 0,4-1 0 0,6 0 128 0,6-1-128 0,7-1 0 0,8-2 0 0,10 0 0 15,7-1 0-15,9 0 0 16,8-1-624-16,6 1-144 0,7 0-16 0,-3 0-16 16,0 0-912-16,66 3-176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6T14:52:17.36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4">
        <inkml:traceFormat>
          <inkml:channel name="X" type="integer" max="27388" units="cm"/>
          <inkml:channel name="Y" type="integer" max="18258" units="cm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T" name="resolution" value="1" units="1/dev"/>
        </inkml:channelProperties>
      </inkml:inkSource>
      <inkml:timestamp xml:id="ts1" timeString="2026-03-16T14:52:35.680"/>
    </inkml:context>
  </inkml:definitions>
  <inkml:trace contextRef="#ctx0" brushRef="#br0">12295 6929 21183 0,'-3'-3'1888'0,"-1"-3"-1504"0,1 3-384 0,3 2 0 0,0-1 608 0,-2-2 48 0,-2-3 16 0,-3-4 0 0,0-5 864 0,-3 1 160 16,0-1 32-16,0 1 16 0,3 2-304 0,-4 0-64 16,1 1-16-16,-1 0 0 0,1 2-272 0,-3-1-64 15,0 0-16-15,1-1 0 0,0 3-160 0,0-1-16 16,-4 0-16-16,-1-3 0 0,0-1-336 0,-2-2-64 15,0 1-16-15,1-1 0 0,-1 1-80 0,1-2-32 0,3 1 0 16,-2 1 0-16,1-1-112 0,0 1-32 531,2 2 0-531,0 0 0 0,-1 2-16 0,-2 0-128 0,0-1 192 0,0 2-64 0,-2 1 0 0,1 0-128 16,-2 1 192-16,1-1-64 0,-3 2-128 0,1 1 160 0,0-1-160 0,-2 0 160 0,2 2-160 0,0-1 128 0,0 0-128 0,0 2 128 0,-2-2-128 0,0 2 0 0,1 1 144 0,-2 1-144 0,1 0 0 0,1 1 144 0,-1 1-144 0,-1 0 0 0,0 1 128 0,-3 1-128 0,2 0 0 0,-1 1 0 0,1-1 128 0,-2 0-128 0,0 3 0 0,-1-3 0 0,0 3 0 0,-2-2 0 0,0 1 0 0,2 1 0 0,-2 0 0 0,1-1 0 0,0 0 0 0,3 0 0 0,0 1 0 0,2-1 0 0,0 2 0 0,2 1 0 0,2-2 0 0,0 2 0 0,-1 3 0 0,0 1 0 0,-1 2 0 0,0-2 0 0,3 1 0 0,0-1 0 0,-1 5 0 0,-3 1 0 0,2 2 0 0,0-3 0 0,4-1 0 0,0 2 0 0,-1 2 0 0,-1 1 0 0,1 1 160 0,1 0-160 0,0 0 128 0,0 0-128 0,0 1 144 0,0-1-144 0,0 3 160 0,0 0-160 0,-1 1 176 0,1 2-176 0,0 0 192 0,0 0-192 0,3-2 192 0,-2 2-192 0,2 1 192 0,2 5-192 16,-1 1 128-16,2 1-128 0,2-1 0 0,3-4 0 0,2-4 128 0,1 3-128 0,2 2 0 0,1 0 0 0,3 0 0 0,-3-31 0 0,8 58 0 0,-8-58 0 0,12 53 128 0,-12-53-128 0,11 48 0 0,-11-48 0 0,14 47 176 0,-14-47-176 0,14 47 160 0,-14-47-160 0,16 46 160 0,-16-46-160 0,15 44 160 0,-15-44-160 0,19 47 128 0,-19-47-128 0,21 51 0 0,-21-51 144 0,0 0-144 0,31 66 0 0,-31-66 0 0,0 0 0 0,32 64 0 0,-32-64 128 0,0 0-128 0,43 62 0 0,-43-62 128 0,0 0-128 0,48 58 0 0,-48-58 128 0,0 0-128 0,52 46 0 0,-52-46 0 0,0 0 0 0,54 37 0 0,-54-37 0 0,0 0 128 0,53 40-128 0,-53-40 0 0,0 0 0 0,58 38 0 0,-58-38 0 0,0 0 0 0,62 38 0 0,-62-38 0 0,0 0 0 0,64 34 0 0,-64-34 0 0,0 0 128 0,75 25-128 0,-75-25 0 0,0 0 0 0,79 17 0 0,-79-17 0 0,0 0 128 0,80 9-128 0,-80-9 0 0,0 0 128 0,78 4-128 0,-78-4 0 15,58 3 0-15,-58-3 128 0,61 1-128 0,-61-1 0 0,59 2 0 0,-59-2 128 0,62-5-128 0,-62 5 0 16,67-5 144-16,-67 5-144 0,66-10 128 0,-66 10-128 15,61-16 128-15,-61 16-128 32,54-17 128-32,-54 17-128 0,50-20 160 0,-50 20-160 31,47-18 160-31,-47 18-160 0,49-18 160 0,-49 18-160 0,53-19 144 0,-53 19-144 0,48-17 128 0,-48 17-128 0,46-17 144 0,-46 17-144 16,46-18 160-16,-46 18-160 0,45-18 128 0,-45 18-128 0,42-20 0 0,-42 20 0 0,43-23 128 0,-43 23-128 15,39-26 0-15,-22 11 0 16,-1 1 128-16,-1 0-128 0,-2 0 0 0,0 0 0 15,-2-2 128-15,0 1-128 0,0-2 0 0,1 1 144 0,-4-1-144 0,1 0 192 16,1-2-192-16,-1-3 192 0,3-3-48 16,-4-2 0 15,-1 2 0-31,-1 4 0 0,0 1-144 0,-4 0 192 0,1-3-192 0,-3-1 192 0,0 0-16 0,-1 0 0 0,-2 0 0 0,-1-1 0 0,1-1 32 16,-1 1 16-16,0 1 0 0,-1 0 0 0,1 3-96 0,0 0 0 0,0 2-128 0,1 1 192 0,0 0-192 0,0 1 128 15,-1 1-128-15,1 2 0 16,2 3 128-16,-2-2-128 0,1 2 0 0,1-1 0 0,0 4 0 15,1-2 0-15,-2 0 0 0,1 2 0 0,1-2 0 0,-2 1-208 16,2-2 64-16,-1 1 16 16,-1 0-464 15,2 0-96-15,-1 2-16-16,1 1 0 0,0 0-480 0,0 0-96 0,1 2-32 0,1 1-20416 0</inkml:trace>
  <inkml:trace contextRef="#ctx0" brushRef="#br0" timeOffset="3473.35">12689 7761 24879 0,'3'1'2208'0,"-1"1"-1760"0,0-1-448 0,-1-1 0 0,2 0 704 0,0 1 64 0,-3-1 16 0,0 0 0 0,0 0 1568 0,0 0 304 0,0 0 64 0,71 29 16 16,-71-29-1520-16,0 0-288 16,0 0-64-16,65 35-16 0,-65-35-416 0,0 0-96 15,56 34-16-15,-56-34 0 0,0 0-128 0,69 37-16 16,-69-37-16-16,0 0 0 0,82 32-32 0,-82-32-128 0,68 18 192 0,-68-18-64 15,73 13-128 17,-73-13 128-32,78 6-128 0,-78-6 128 0,75 3-128 15,-75-3 160-15,75-2-160 0,-75 2 160 0,72-3-32 0,-72 3-128 0,71-5 192 0,-71 5-64 0,66-7 16 0,-66 7 0 0,64-5 0 16,-64 5 0-16,59-2-16 0,-59 2 0 0,0 0 0 0,73-5 0 16,-73 5-128-16,0 0 192 15,0 0-192-15,62 0 192 0,-62 0-192 0,0 0 0 16,0 0 0-16,0 0 128 0,0 0-128 0,0 0 0 15,0 0-160-15,0 0 160 16,0 0-704-16,0 0-32 0,0 0-16 16,-5 10-18416-1</inkml:trace>
  <inkml:trace contextRef="#ctx0" brushRef="#br0" timeOffset="4355.47">14390 7149 3679 0,'-3'-10'320'0,"0"4"-320"0,0 4 0 0,2-1 0 0,1 1 4768 0,0 1 880 0,1 1 176 0,-1-1 48 15,0 1-3424-15,2 0-672 0,-2 2-144 0,0 3-32 16,1 2 384-16,0 1 80 0,-1 3 16 0,0 4 0 16,2 2-1248-16,-2 4-240 0,1 3-48 0,-1 3-16 15,2 4-176-15,-2 4-32 0,1 3-16 0,0 3 0 16,-1 3-176-16,3-3-128 0,-3-2 144 0,0-2-144 15,0-3 0-15,0-4 128 516,2-2-128-516,-2-3 0 0,0-25 0 0,2 44 0 0,-2-24 0 0,0-3 0 0,0-4 176 0,0-1-176 0,-1 0 192 0,1-1-192 16,-1-3 224-16,1-1-64 0,-2-1-16 0,2-3 0 0,-1-2 48 0,1-1 0 0,0 0 0 0,0-1 0 0,0-2 48 0,0-3 16 0,1 1 0 0,1-2 0 0,-1-2-32 0,0-1 0 0,2 1 0 0,0-4 0 0,3-1-80 0,-1-3-16 0,3 0 0 0,1-2 0 15,0 5-128-15,2-1 0 0,2-1 0 0,1 2 128 0,3 1-128 0,1 3 0 0,-18 10 0 0,0 0 0 0,60-12 0 0,-60 12-144 0,0 0 144 0,0 0 0 0,69 22-256 0,-69-22 64 16,0 0 16-16,0 0 0 0,51 50 0 0,-51-50 0 0,0 0 0 0,20 45 0 0,-20-45 176 0,0 0-160 0,5 37 160 0,-6-26-160 0,-1-1 160 0,-2 0 0 0,-2 0 0 0,-2-2 0 0,-1 1 192 0,0-2-48 0,-1 0 0 0,-2-2 0 0,0 1 96 0,0 0 16 0,3-2 0 0,-1-1 0 0,1 0-112 0,1-2-16 0,1 0 0 0,1-1 0 0,2 0-128 0,-1 0 0 0,3-1 0 0,0 0 0 0,2-1-688 0,0 1-16 0,2-1 0 16,-1 0-18736-16</inkml:trace>
  <inkml:trace contextRef="#ctx0" brushRef="#br0" timeOffset="4384.14">14942 7680 22111 0,'1'0'976'0,"-1"0"208"0,0-1-944 0,0 1-240 0,0 0 0 0,0 0 0 0,0 1 2912 0,0 1 544 0,2 0 96 0,-2 3 32 0,-2 2-1424 0,2 1-288 0,0 2-48 0,-1 1-16 0,1-11-1088 0,0 0-208 0,1 34-64 0,1-22 0 0,-2-12-144 0,0 0-48 15,0 0 0-15,12 39 0 0,-12-39-256 0,0 0 160 0,0 0-160 0,0 0 128 0,0 0-128 0,0 0 0 0,0 0 0 0,0 0 0 0,56 30 0 0,-51-32-256 0,2 1 64 0,0-2 16 0,0 0-752 0,-1-1-160 0</inkml:trace>
  <inkml:trace contextRef="#ctx0" brushRef="#br0" timeOffset="4859.85">15193 7672 16575 0,'2'-3'736'0,"-1"1"160"0,2 2-720 0,0 0-176 0,0 0 0 15,-2 0 0-15,1 0 1136 0,0 3 192 0,4 0 32 0,-6-3 16 16,0 0 1984-16,0 0 400 0,0 0 80 15,0 0 0 1,45 52-2272 0,-45-52-464-16,0 0-80 15,0 0-32-15,16 43-400 0,-16-43-80 16,0 0 0-16,0 0-16 0,0 0-192 16,8 36-48-16,-8-30 0 0,2-2 0 0,-2 1-96 15,0-3-32-15,1 0 0 0,-1-1 0 0,1 1-128 0,-1-2 192 0,2-2-192 0,-1 1 192 0,1-2-192 16,-2 0 192 15,1-2-192-31,-1-1 192 16,2-1-32-16,-2-2 0 0,0-1 0 0,0-1 0 0,1-2-32 0,0-2 0 0,2-2 0 0,0 0 0 0,1-1-128 0,2-1 160 0,1 1-160 0,1 0 160 0,2 1-160 0,2 1 0 0,0 3 0 0,1 1 0 0,3 2 0 15,-16 10 0-15,29-13 0 0,-29 13 0 0,0 0-144 0,0 0 144 0,55-1 0 0,-55 1 0 0,0 0-160 0,0 0 160 16,0 0-128-16,61 36 128 0,-61-36-128 16,0 0 128-16,0 0-128 0,34 51 128 0,-34-51 0 15,0 0 0-15,16 43 0 0,-16-43 0 0,0 0 0 0,5 39 0 16,-5-39 160-16,0 0-160 0,0 0 176 15,7 34-176-15,-5-28 192 16,-1-1-192-16,0 1 128 0,1-2-128 0,-2 0 0 0,1-1 0 0,-1 0 0 0,0 0-192 0,0 0 16 0,0-2-12816 16,0-1-2576-1</inkml:trace>
  <inkml:trace contextRef="#ctx0" brushRef="#br0" timeOffset="5595.37">15862 7814 13823 0,'0'0'608'0,"0"0"128"0,0 0-592 0,0 0-144 0,0 0 0 0,0 0 0 0,0 0 1968 0,0 0 352 0,43-14 80 0,-31 7 16 0,0-1 768 0,1-2 144 16,0 0 48-16,-3 1 0 0,0 0-1584 0,-3-1-320 15,-2 1-64-15,-2-1-16 0,-1 2-640 0,-2-2-128 16,-2 0-32-16,-1 0 0 0,-2 0-240 0,-2 0-48 0,-2 0-16 15,-1 1 0-15,-1-1 0 0,-2 1 0 16,2 2 0-16,0 2 0 0,-2 0-80 0,-1 4-16 16,0 1 0-16,0 3 0 0,1 0-192 0,0 2 176 15,0 2-176-15,2 2 160 500,3-1-160-500,2 2 0 0,0 1 0 0,2 2 0 0,0 0 0 0,2 2 0 0,2-1-176 0,2 1 176 0,-1-4-160 0,-1-11 160 0,0 0-192 0,0 0 192 0,0 0-256 0,0 0 64 0,37 51 16 0,-37-51 0 0,0 0 176 0,0 0-208 0,0 0 80 0,0 0 128 0,0 0-144 0,56-9 144 16,-46 2 0-16,0-1 0 0,0-1 0 0,0-2 0 0,0 1 0 0,-2-1 0 0,1 1 176 0,-2 0-16 0,0 2 0 0,-1-1 0 0,-2 2 80 0,2 1 16 0,-2 2 0 0,0 1 0 0,0 0 64 0,-1 3 32 0,1 2 0 0,1-1 0 0,-1 2-32 0,-4-3 0 0,0 0 0 0,0 0 0 0,0 0-160 0,0 0-32 0,0 0-128 0,0 0 192 0,39 50-192 0,-39-50 0 0,0 0 0 0,0 0 0 0,0 0 0 0,0 0 0 0,0 0 0 0,0 0-160 0,0 0-528 0,0 0-96 0,54 31-32 0,-50-33-12720 0,-1 1-2544 0</inkml:trace>
  <inkml:trace contextRef="#ctx0" brushRef="#br0" timeOffset="5863.29">16170 7593 28559 0,'-2'-2'1264'0,"2"1"272"0,0 1-1232 0,0 0-304 0,0 0 0 0,0 0 0 0,0 1 1504 0,2 1 240 0,-1 2 48 0,0 1 16 0,2 4 176 0,-3-9 48 0,0 0 0 0,0 0 0 0,11 45-1296 0,-11-45-256 0,0 0-48 0,8 40-16 0,-8-26-224 0,0-1-64 0,1-2 0 0,0 0 0 0,-1-11-128 0,0 0 0 0,0 0 0 0,0 0 0 0,14 43 0 0,-12-39 0 0,1 0 0 0,-2-3 0 0,2 2 0 0,-2-3 0 0,2 2 0 0,0-4 0 0,0 1-128 0,-2-2 128 0,1-1-160 0,-1-2 160 0,-1-1 0 0,0-1 0 0,0-2 0 0,0 0 0 0,2 0 0 0,-2-1 208 0,1-1-32 0,-1 0-16 0,1 0 80 0,1 0 16 0,1 0 0 0,-1 2 0 0,1 0-80 0,-1 1-16 0,2 0 0 0,2 2 0 0,-1 1-32 0,1 1-128 15,-1 1 192-15,1 1-64 0,0 1 16 0,1 2 0 0,-2 0 0 0,3 0 0 16,-1 0-16-16,0 0-128 0,1 0 192 203,-1 0-64-203,0 0-128 0,2-1 0 0,-2 1 0 0,1 0 128 0,-1 0-128 0,-1 0 0 0,-6 0 0 0,0 0 0 0,0 0-496 0,0 0-80 0,0 0 0 0,0 0-19936 0</inkml:trace>
  <inkml:trace contextRef="#ctx0" brushRef="#br0" timeOffset="6565.14">16633 7588 27647 0,'3'-4'1216'0,"-2"1"256"0,2 0-1168 0,-2 2-304 15,-1 1 0-15,0-1 0 0,0 1 1600 0,2-2 272 0,-2 2 48 0,1 0 16 0,-1 2-80 0,0 2 0 0,0 1-16 0,0 3 0 0,0 1-1312 0,0 3-256 0,0-1-48 0,0-11-16 0,0 0-208 0,0 0 176 0,20 49-176 0,-20-49 160 0,0 0-160 0,0 0 0 0,0 0 0 0,54 47 0 0,-54-47-256 16,0 0 64-16,0 0 0 0,0 0 16 0,55 3 176 0,-47-7-192 0,1-2 192 0,-1-2-192 16,1-1 192-16,-1 1 0 0,-1-4 0 0,0 2 0 15,0-1 0-15,-2 0 192 0,-3 1-32 0,1-1-16 16,0 1 240 515,-3 0 32-531,0-1 16 0,-1-1 0 0,-1 5 80 0,1 0 0 0,-2 3 16 0,2 1 0 0,-1 3 32 0,1 0 0 0,1 1 0 0,0 2 0 0,0 4-176 0,0 3-48 0,3 3 0 0,-1 3 0 0,-2-16-144 0,9 39-48 0,-9-39 0 0,8 48 0 0,-8-48-144 0,7 50 0 0,-7-50 0 0,13 63 128 0,-13-63-128 0,13 65 0 0,-13-65 0 0,15 61 0 0,-15-61 0 0,13 55 0 0,-13-55 0 0,10 48 0 16,-10-48 0-16,10 41 0 0,-10-41 0 0,0 0 0 0,13 48 0 0,-13-48 0 0,0 0 0 0,0 0 0 0,21 45-624 0,-21-45-96 0,0 0-32 0,0 0-20240 0</inkml:trace>
  <inkml:trace contextRef="#ctx0" brushRef="#br0" timeOffset="6574.33">17752 7478 12287 0,'-7'0'1088'0,"5"0"-864"0,1 0-2304 0,-1 0-464 0,2 0-80 0,-1 0 0 0,1 0 2480 0</inkml:trace>
  <inkml:trace contextRef="#ctx0" brushRef="#br0" timeOffset="6994.33">17250 7861 23951 0,'4'0'1056'0,"-2"0"224"0,2 1-1024 0,-1-1-256 0,0-1 0 0,0 1 0 0,1 0 1488 0,-4 0 240 0,0 0 64 0,0 0 0 0,51-1 592 0,-51 1 128 0,0 0 32 0,52-2 0 16,-52 2-1456-16,0 0-272 0,54 2-64 0,-54-2-16 16,0 0-288-16,53 0-64 0,-53 0-16 0,0 0 0 15,0 0-112-15,61 1 0 0,-61-1-16 0,0 0 0 16,0 0-240-16,0 0 144 0,54-1-144 0,-47-1 128 15,0 2-320-15,-3-1-80 0,0 1-16 0,1 0-12768 16,-3-2-2544-16</inkml:trace>
  <inkml:trace contextRef="#ctx0" brushRef="#br0" timeOffset="7626.63">18197 7583 22111 0,'1'-10'976'0,"-1"4"208"0,1 0-944 0,1 2-240 0,-1 0 0 0,-1 1 0 0,0-1 992 0,0-3 160 0,-1-4 16 0,-1-4 16 0,0 0 1440 0,-7 2 304 0,1 2 48 0,-4 4 16 16,1 1-1648-16,-4 3-336 0,-1 3-64 0,-2 3-16 16,1 3-400-16,0 2-80 0,1 4 0 0,-1-1-16 15,5 3-224-15,0 0-32 0,2 2-16 0,2 2 0 16,4 0-160-16,1-1 0 0,1-2 0 0,2-15 128 16,0 0-128-16,10 48 0 0,-10-48 0 0,0 0 0 15,0 0 0-15,31 59 0 344,-31-59 0-344,0 0 0 0,0 0 128 0,0 0 0 0,44 51 0 0,-44-51 0 0,0 0-128 0,0 0 192 0,0 0-192 0,58 38 192 0,-58-38-192 0,0 0 0 16,0 0 0-16,0 0 0 0,72 11-224 0,-72-11-80 0,0 0-16 0,48-5 0 0,-48 5-1152 0,0 0-256 0</inkml:trace>
  <inkml:trace contextRef="#ctx0" brushRef="#br0" timeOffset="7766.04">18482 7584 28559 0,'0'0'2544'0,"0"0"-2032"0,1 0-512 0,-1 0 0 0,0 1 864 0,0 1 80 0,0 1 16 0,0-3 0 0,0 0 1216 0,0 0 240 0,0 0 48 0,3 44 16 0,-3-32-1616 0,0 1-320 0,0 0-64 0,0-1-16 0,0 1-256 0,0-13-48 0,0 0-16 16,4 37 0-16,-4-37-144 0,0 0 0 0,0 0 0 0,0 0 0 0,0 0 0 0,0 0 0 0,0 0 0 0,0 0 0 0,0 0 0 0,0 0 0 0,0 0 0 0,0 0 0 0,0 0 0 0,0 0 0 0,0 0 0 0,0 0 0 0,0 0 0 0,0 0 0 0,27-11 0 0,-25-1 0 0,-1 1 0 0,2-2 0 0,0 2 192 0,0 1-64 0,-2 0 80 0,3 0 16 0,1 2 0 0,-1 1 0 0,0 1 0 0,2-1 0 0,1 3 0 0,0 1 0 0,1 0 0 0,-8 3 0 0,0 0 0 0,0 0 0 15,0 0-16-15,47-4 0 32,-47 4 0-32,0 0 0 0,0 0-80 0,0 0 0 0,0 0-128 15,0 0 192-15,0 0-192 0,56 10 0 0,-56-10 0 0,0 0 0 16,0 0-624-16,0 0-64 0,0 0-16 0,0 0-12752 0,0 0-2560 16</inkml:trace>
  <inkml:trace contextRef="#ctx0" brushRef="#br0" timeOffset="8510.74">18916 7626 25791 0,'3'-2'1152'0,"-2"-1"224"0,2-1-1104 0,-2 1-272 0,-1 1 0 0,0 1 0 0,0 0 2576 16,0-2 464-16,0-2 96 0,-1 0 0 0,-1 1-1232 0,-2-1-256 0,1 4-48 0,-1 1-16 15,-2-2-928-15,2 7-176 0,0-1-32 0,0 3-16 16,-1 0-192-16,3 3-48 0,-1 0 0 0,1 1 0 15,2-11-192-15,0 0 128 0,3 37-128 16,-3-37 0-16,0 0 0 0,0 0 0 0,23 51 0 0,-23-51 0 16,0 0 0-16,0 0 0 0,0 0 0 0,51 41 0 0,-51-41-160 0,0 0-32 15,0 0 0-15,0 0 0 16,0 0 16-16,66 11 0 500,-56-14 0-500,0 0 0 0,-2 1 176 0,1-4-192 0,-1 2 192 0,2-3-192 0,-1 0 192 0,-1-3 0 0,1 1 0 0,-2-2-128 16,3 1 128-16,-3-3 0 0,-2 1 128 0,-2 0-128 0,0 0 384 0,-3-1 0 0,0-1 0 0,-3-2 0 0,-1-1 128 0,-2 2 48 0,-1-1 0 0,-1 1 0 0,-1 0-48 0,-1 1-16 0,-1 3 0 0,-2 1 0 0,2 3-96 15,0 1-16-15,1 4 0 0,-2 0 0 0,3 4-160 0,0-1-32 0,2 2-16 0,0 1 0 0,0 5-176 0,0 0 0 0,0 1-192 0,1 2 192 0,0-1-640 0,2 0-16 0,4-11 0 0,-3 27 0 16,3-27-624-16,0 0-112 0,5 48-16 0,-5-48-18560 0</inkml:trace>
  <inkml:trace contextRef="#ctx0" brushRef="#br0" timeOffset="8620.02">19539 7574 15663 0,'3'-5'688'0,"-2"2"144"0,0 0-656 0,-1 0-176 0,0 0 0 0,-1 2 0 0,0-2 2016 0,-4 0 368 0,0-2 80 0,-5-1 16 0,-4 2 848 0,-2-1 160 0,-2 4 32 0,-3 1 16 0,-1 1-1936 0,1 2-384 0,-1 0-64 0,0 1-32 0,1 2-736 0,1 0-160 0,3-1-32 0,2 2 0 0,4-1-192 0,2 1 0 0,3 0 128 0,2 0-128 0,4 0 0 0,0 0 0 0,3-1 0 0,-3-6 0 0,0 0-304 0,0 0 48 0,0 0 16 0,0 0 0 0,0 0-400 0,59 39-64 0,-59-39-32 0,0 0 0 0,0 0 16 0,65 20 0 0,-65-20 0 0,0 0 0 0,0 0 208 0,71 19 32 0,-71-19 16 0,0 0 0 0,0 0 464 15,58 18-144-15,-58-18 144 0,0 0 0 0,0 0 0 0,0 0 176 0,0 0-16 0,0 0 0 0,0 0 464 0,0 0 80 0,0 0 32 0,0 0 0 0,0 0 32 0,0 0 0 0,0 32 0 0,-13-30 0 0,-2-2-272 0,-1 1-48 0,2-1-16 0,0 0 0 0,-2 0 112 0,1-1 32 0,1-1 0 0,1 0 0 0,2-1-448 0,4 0-128 0,0 0 0 0,2 2 0 16,2-1-432-16,3 1-144 0,0 2-16 0,2-1-12016 0,1 2-2384 16</inkml:trace>
  <inkml:trace contextRef="#ctx0" brushRef="#br0" timeOffset="8991.29">19886 7550 20271 0,'0'-3'1792'0,"-1"1"-1424"0,1-1-368 0,-2 1 0 0,1 1 2112 0,-2-2 336 0,-1-1 80 0,-5-3 16 0,1-2 512 15,-5 1 96-15,-2 1 32 0,-1 0 0 16,-1 2-2288-16,2 3-464 0,1 0-96 0,1 2-16 16,2 2-320-16,1 0 144 0,3 1-144 0,4 1 0 15,0 1 0-15,1-1 0 0,2-4 0 0,0 0-192 16,0 0-128-16,0 0-32 0,0 0 0 0,0 0 0 16,0 0-352-16,51 40-80 0,-51-40-16 0,0 0 0 15,0 0 160-15,0 0 48 0,74 28 0 0,-74-28 0 0,0 0 384 0,0 0 80 16,62 32 128-16,-62-32-208 0,0 0 208 15,0 0 0-15,0 0 0 0,42 50 0 16,-42-40 240 0,-2-1-16-16,-4 1 0 0,2-1 0 0,-2-3 336 15,-2 1 64-15,-5 2 16 0,-3 1 0 0,-4 0 64 0,1 0 0 0,0 0 16 0,0-1 0 0,0-1-272 0,2-1-48 16,0-1-16-16,2-2 0 0,2-1-384 16,0 0-176-16,5-2 16 15,-1-1-18528-15</inkml:trace>
  <inkml:trace contextRef="#ctx0" brushRef="#br0" timeOffset="9876.24">20174 7674 18431 0,'-8'3'1632'0,"4"-3"-1312"0,1 2-320 0,1-2 0 0,4 0 3040 0,1 0 544 0,-3 0 96 0,0 0 32 0,0 0-1536 0,0 0-320 15,0 0-48-15,58 4-16 0,-58-4-672 0,0 0-144 16,49-9-16-16,-32 2-16 0,0 0-512 0,-2-1-112 15,1-1 0-15,1 0-16 0,-3 0 16 0,0-2 0 16,-3 1 0-16,-1-1 0 0,-1 2-144 0,-3 1-32 0,-4-1 0 0,-2 2 0 16,-2 0-144-16,-3-1 0 0,-3 0 0 0,-2 1 0 0,-3 3 0 0,-2 0 0 15,-2 3 0-15,0 1 0 16,-2 2-256-16,2 3 80 0,0 2 16 0,3 1 0 391,0 2 160-391,3 1-160 0,2 2 160 0,1 3-160 0,1-1 160 0,3 2 0 0,1 0 0 0,3 0 0 15,0-17 0-15,7 40 0 0,-7-40 0 0,0 0 0 0,21 50 0 0,-21-50 0 0,0 0 0 0,0 0-128 0,0 0 128 0,50 58 0 0,-50-58 0 0,0 0 0 0,0 0 0 0,67 29-192 0,-67-29 64 0,0 0-12640 0,60 5-2528 0</inkml:trace>
  <inkml:trace contextRef="#ctx0" brushRef="#br0" timeOffset="9997.91">20707 7528 28559 0,'0'0'1264'0,"0"0"272"0,0 0-1232 0,0 0-304 0,0 0 0 0,0 0 0 0,0 0 2336 0,0 0 416 0,0 0 64 0,6 41 32 0,-6-41-1440 0,-2 36-272 0,2-16-64 0,0 0-16 0,0 0-720 0,0-3-144 0,0 1-16 0,0-4-16 0,0-14-160 16,0 0 0-16,0 0 0 0,3 38 0 0,-3-31 0 0,1-1 0 0,-1-2 128 0,0-1-128 0,0 0 0 0,0-3 0 0,0 0 0 0,-1-4 128 0,1 1-128 0,0-1 192 0,-1-1-192 0,1 0 192 0,0-2-32 0,0-3 0 0,1-2 0 0,0 0 0 0,1-2 48 0,2-3 16 0,0-2 0 0,2-3 0 0,2 0-48 0,1 0-16 0,1 1 0 15,0-1 0-15,2 3-160 0,-2 3 0 0,2 2 144 0,-3 5-144 0,0 2 0 0,-2 5 0 0,0 0 0 0,0 4 0 0,-1-1 0 0,-6-1 0 0,0 0 0 0,0 0 0 0,0 0 0 0,0 0 0 0,38 57 128 0,-38-57-128 16,0 0 0-16,0 0 144 16,21 53-144-16,-21-53 0 0,0 0 144 15,0 0-144-15,18 55 0 16,-18-55 144-16,0 0-144 0,0 0 0 0,0 0 0 0,27 53 0 0,-22-48 0 31,0 1-256-31,-5-6 48 0,0 0 0 0,0 0-768 0,0 0-160 0,0 0-16 0,0 0-17984 0</inkml:trace>
  <inkml:trace contextRef="#ctx0" brushRef="#br0" timeOffset="10330.18">21223 7128 23951 0,'-2'-7'1056'0,"2"4"224"0,3 0-1024 0,-3 2-256 16,0 1 0-16,0 1 0 0,0 2 2176 0,0 1 384 0,1 5 80 0,-1-9 16 0,0 0-288 0,5 45-48 0,-5-45-16 0,2 48 0 15,-2-48-1328-15,6 59-272 0,-6-59-48 0,4 72-16 16,-4-32-224-16,0-1-48 0,0 1-16 0,0-2 0 16,0-38-352-16,3 65 144 0,-3-65-144 0,3 51 0 15,-3-51 0-15,0 0-144 0,7 55-16 0,-7-55 0 16,0 0-16-16,0 0 0 0,0 0 0 0,0 0 0 31,20 52-208-31,-19-50-32 0,2-2-16 0,0-3 0 16,-2 0-512-16,1-1-96 0,-1-3-32 0,-2 0-16880 0</inkml:trace>
  <inkml:trace contextRef="#ctx0" brushRef="#br0" timeOffset="10500.21">21100 7502 32255 0,'0'0'1424'0,"0"0"304"0,0 0-1392 0,0 0-336 0,0 0 0 0,0 0 0 15,0 0 1728-15,0 0 288 0,53 2 48 0,-53-2 16 0,0 0-992 0,64-2-208 0,-64 2-48 0,0 0 0 16,63 3-576-16,-63-3-128 15,0 0-128-15,53 10 176 16,-53-10-576-16,0 0-112 0,0 0-32 0,0 0-18064 16</inkml:trace>
  <inkml:trace contextRef="#ctx0" brushRef="#br0" timeOffset="10876.85">21665 7458 17503 0,'3'0'1552'0,"-2"2"-1232"0,2-1-320 0,-2 1 0 0,-1-1 2880 0,0 0 528 0,2 2 112 0,-1 3 0 16,-1-6-400-16,0 0-96 0,0 0-16 0,14 55 0 0,-14-55-1856 0,0 0-368 15,10 51-80-15,-10-51 0 0,0 0-448 0,8 46-96 16,-8-46-16-16,0 0 0 16,0 0-144-16,13 51 0 0,-10-41 0 0,1-1 128 15,-1-1-128-15,-1-2 0 0,0-2 0 0,1-1 0 16,0 0 0-16,0-2 0 0,0-2-192 0,-2 1 192 15,2-3-576-15,-3-1 0 0,0-1 0 0,0 0 0 32,0-1-464-32,-2-1-96 0,1-3-16 0,-2-1 0 0,2 0-816 0,1-2-160 15,0 0-48-15,0-1 0 0,0 3-48 16,0-2-16-16,1 2 0 0,1-1 0 0,0 2 1184 16,1 2 224-16,0 0 64 0,1 0 0 0,2 3 1408 0,-2 1 304 0,2-1 48 0,-2 3 16 15,0-1 1680 16,1 1 352-31,0 2 64 0,2 2 16 0,-1-1-784 0,1 2-160 0,2 0-16 0,-2 0-16 0,-7-3-1264 0,0 0-256 0,0 0-48 0,0 0-16 0,0 0-336 0,0 0-64 16,63 24-16-16,-63-24 0 16,0 0-144-16,0 0 0 0,0 0 0 15,0 0 0 1,0 0-608 0,0 0-96-16,50 1-32 0,-49-2-18080 0</inkml:trace>
  <inkml:trace contextRef="#ctx0" brushRef="#br0" timeOffset="11578.43">22073 7487 16575 0,'1'-3'736'0,"-1"1"160"0,2 2-720 0,-1 0-176 0,1 0 0 0,-2 0 0 15,0 0 2208-15,0 2 416 0,0 1 64 0,0 2 32 16,-2 2 784-16,1 3 144 0,-2 2 48 0,0 0 0 0,0 1-2416 0,2 1-464 16,1-14-112-16,0 0 0 15,1 41-384-15,-1-41-64 0,0 0 0 0,0 0-16 16,20 51-240-16,-20-51 176 0,0 0-176 0,0 0 160 15,0 0-160-15,54 44 0 0,-54-44 144 0,0 0-144 16,0 0 144-16,55 4-144 0,-41-5 192 516,3-5-192-516,0 0 192 0,1 1-192 0,1-3 192 0,-1 1-192 0,-1-1 192 0,-2-1-192 0,0 1 192 0,-3-2-192 0,1-1 288 0,-3-2-48 0,-2 2-16 0,-2-5 0 0,-2-2 96 0,-2-2 32 0,-4 0 0 0,-1-1 0 0,-2 1 80 15,-4 1 16-15,-1 0 0 0,-1 4 0 0,-2 2-64 0,-2 2-16 0,-2 2 0 0,-4 4 0 0,0 0 16 0,-2 4 16 0,0 1 0 0,4 4 0 0,0 0-112 0,4 3-32 0,1 2 0 0,2 2 0 0,4 2-256 0,1 2 0 0,1 1 0 0,2 2 0 0,2-1-128 0,1 2-96 0,1-19-16 0,4 41 0 0,-4-41-480 0,0 0-112 0,12 60 0 0,-12-60-16 0,14 48-528 0,-14-48-96 0</inkml:trace>
  <inkml:trace contextRef="#ctx0" brushRef="#br0" timeOffset="11742.36">22686 7670 38703 0,'-4'3'1712'0,"1"-2"352"0,2 1-1648 16,-1 1-416-16,1-2 0 0,-1 2 0 0,1 1 496 0,-2 2 16 0,0 4 0 0,-2 4 0 0,-1 4-32 0,0 2 0 0,1 3 0 0,0-1 0 0,0 2-480 0,1 0 128 0,1-1-128 0,3-23 0 0,-2 45 0 0,2-45 0 0,2 38 0 0,-2-38 0 0,0 0-192 0,0 0 32 0,0 0 0 0,18 55 0 0,-14-52 160 0,1 0-128 0,0-2 128 0,-2-1-128 0,1-2 128 0,-2-3 0 0,-1 0 0 0,-1-4 0 0,-1-1 0 0,-2 0 0 0,-1-1 128 0,-1-2-128 0,1-2 384 0,0-1 16 0,1-2 0 0,-1-2 0 0,2-4 144 16,0-4 32-16,0-5 0 0,2-2 0 0,3-4-128 0,0-2-32 0,2-2 0 0,4 4 0 0,-1 2-224 0,2 4-32 0,2 4-16 0,-1 5 0 0,2 5-144 0,-2 2 0 0,3 3 0 0,2 3 0 0,-4 2 0 0,4 2 0 0,-1 3 0 0,1 1 0 0,-2 2 0 0,-14 1 0 0,0 0 0 0,0 0 0 0,0 0 0 0,64 30 0 0,-64-30 0 0,0 0 0 0,0 0 0 0,28 60 0 15,-28-60 0-15,-3 36 0 0,-1-18 0 0,-5-2 0 16,-2-1 144-16,-3-1-144 0,0-2 0 0,-3-1 144 15,-2-1-144-15,0 0 0 0,0-3 192 32,2 0-64-17,0 0 0-15,3-3-128 0,0 0 144 0,4-2-144 0,2-1 0 0,2 1 144 0,2-4-592 0,3 2-112 0,1-1-16 0,1-1-16 16,2 1-512 0,1-1-112-16</inkml:trace>
  <inkml:trace contextRef="#ctx0" brushRef="#br0" timeOffset="12159.29">23111 7502 33167 0,'-1'2'1472'0,"1"-2"304"0,0 1-1424 0,-2 0-352 0,1 1 0 0,1-2 0 0,0 3 1616 0,-1 1 256 0,-1 2 48 0,1 3 16 0,1-9-912 0,0 0-192 16,0 0-48-16,10 51 0 0,-10-51-560 0,0 0-224 15,0 0 176-15,0 0-176 16,36 53 0-16,-36-53 0 0,0 0 0 0,0 0 0 15,0 0 0-15,57 12 0 0,-43-15 0 0,-1 1 0 0,-2-3 0 0,2 0 0 16,-1-2 0-16,1-2 0 16,1 1 0-16,0-4 224 0,-1 2-64 0,0-1-16 0,-3 1 144 0,0-2 32 15,1-3 0 1,0 0 0-16,1-2 176 0,-3-1 32 0,-2-1 16 0,-2 2 0 0,-2 2-16 0,-2 2 0 0,-1 3 0 16,0 2 0-16,0 3 288 0,-1 3 48 0,1 2 16 0,-2 1 0 15,2 3-176-15,0 3-16 0,-1 5-16 0,1 2 0 16,0 7-416-16,-2 3-64 15,1 4-32-15,1 2 0 0,-2 2-160 0,1 5 192 16,0 5-192-16,-1 1 192 0,2-5-192 0,0 3 160 16,2 3-160-16,0 0 160 0,0-3-160 15,1-2 0-15,-3-39 0 0,4 66 0 0,-4-66 0 0,6 57 0 0,-6-57 0 16,0 0 0-16,7 58 0 0,-7-58-272 16,0 0 32-16,0 0 16 15,0 0-1200-15,0 0-240 16,0 0-64-16,0 0-20864 0</inkml:trace>
  <inkml:trace contextRef="#ctx0" brushRef="#br0" timeOffset="15642.28">14942 9018 11967 0,'-1'-1'1072'0,"-1"-1"-864"0,2 2-208 0,0 0 0 0,0 0 1056 0,0 0 160 16,2-1 48-16,-2-1 0 0,-2 1 1488 0,1 1 320 0,1 0 48 0,-2 1 16 16,2 1-704-16,0 2-128 15,-1 5-16-15,1 0-16 0,0-9-800 0,0 0-176 0,0 55-16 0,0-55-16 16,1 60-624-16,-1-60-112 15,5 70-16-15,-4-31-16 0,2 0-160 0,-2 4-16 0,3 2-16 0,-1 3 0 16,0-4-112 0,0 4 0-16,3 1-16 15,-2-1 0 1,0-1-176-16,0-5 0 0,-1-2 0 0,-2-5 128 0,-1-35-128 0,2 66 192 0,-2-66-192 0,0 65 192 0,-2-32 64 0,0-2 0 0,-1-3 16 0,-1 2 0 16,-2 1 0 15,0-1 0-16,1-1 0-15,-1 0 0 0,2-3-48 0,-2-3-16 0,2-3 0 0,0 0 0 0,1-4 0 0,0-1 0 0,0-3 0 0,0 0 0 0,3-12 16 0,-2 18 0 0,0-11 0 16,2-1 0-16,0-6-48 0,0 0-16 0,0 0 0 0,0 0 0 16,0 0-32-16,0 0-128 0,0 0 192 15,0 0-64-15,0 0-128 0,13 45 128 16,-13-45-128 0,0 0 128-16,0 0-128 0,0 0 0 0,0 0 144 15,0 0-144-15,0 0 0 16,0 0 0-16,0 0 0 15,0 0 128-15,0 0-128 0,0 0 0 0,0 0 0 0,0 0 0 16,0 0 0-16,0 0 128 16,59 7-128-16,-59-7 0 0,0 0 0 15,0 0 0-15,0 0 0 0,43-10 0 0,-43 10 0 32,0 0 0-32,0 0 0 0,0 0 0 15,46-8 0-15,-46 8 0 16,0 0 0-16,0 0 0 0,47-10 0 15,-47 10 0-15,0 0 0 16,44-7 0-16,-44 7 0 0,0 0 0 0,48-10 0 0,-48 10 0 0,0 0 0 0,53-10 0 0,-53 10 0 0,43-10 0 0,-43 10 0 0,46-10 0 0,-46 10 0 0,53-10 0 16,-53 10 0-16,55-7 0 0,-55 7 0 0,52-5 0 0,-52 5 0 0,49-3 0 0,-49 3 0 0,0 0 0 0,71 5 0 0,-71-5 0 0,0 0 0 0,65 7 0 0,-65-7 0 0,0 0 0 0,69 5 0 0,-69-5 0 15,0 0 0-15,69-2 0 0,-69 2 0 0,0 0 0 0,67-3 0 0,-67 3 0 0,0 0 0 16,58-4 0-16,-58 4 0 16,0 0 0-16,0 0 0 0,63-1 0 0,-63 1 0 0,0 0 0 0,0 0 0 0,0 0 128 15,57 12-128-15,-57-12 0 0,0 0 0 16,0 0 0-16,0 0 0 0,0 0 128 0,0 0-128 0,68 16 0 15,-68-16 0-15,0 0 0 16,0 0 0-16,0 0 128 16,60 8-128-16,-60-8 0 31,0 0 0-31,0 0 0 0,58 2 0 0,-58-2 0 0,0 0 0 16,0 0 0-16,57 0 0 0,-57 0 0 0,0 0 0 0,0 0 128 0,60 1-128 0,-60-1 0 0,0 0 0 0,0 0 128 0,57 6-128 0,-57-6 144 0,0 0-144 0,0 0 160 0,0 0-160 15,62 6 128 1,-62-6-128-1,0 0 128-15,0 0-128 0,0 0 0 16,58 2 144 0,-58-2-144-16,0 0 0 15,0 0 144-15,0 0-144 16,62 2 0-16,-62-2 128 16,0 0-128-16,0 0 0 0,0 0 0 0,0 0 128 0,61 7-128 15,-51-6 0 1,-2 1 0-16,-8-2 0 0,0 0 0 15,0 0 0-15,0 0 0 0,0 0 128 0,0 0-128 0,0 0 0 0,0 0 0 0,64 7 128 0,-57-7-128 0,0 0 0 0,-7 0 0 0,0 0 0 0,0 0 0 0,0 0 0 0,0 0 0 0,0 0 128 16,0 0-128 0,0 0 0 15,0 0 0-15,62 7 0 15,-56-6 0-16,-1-1 0-15,0 2 0 0,0-1 128 0,0-1-128 0,0 2 0 0,0-2 0 0,-1 0 128 0,0-2-128 0,0 2 0 0,-1-1 0 0,1 1 128 0,-1-2-128 16,1 2 0-16,-1 2 0 0,0-4 144 0,0 1-144 0,-2 1 0 0,1-2 144 0,0 2-144 0,-2 2 0 0,2-2 0 0,-1-2 128 0,1 2-128 0,-2 0 0 0,1-1 0 0,-1 1 128 0,0 0-128 16,0 0 128-16,0-1-128 0,0 1 128 0,0-2 0 0,0 1-128 15,0-1 192-15,-1 1-64 0,1 1-128 16,-2-3 160-16,2 2-160 16,0-2 160-16,0 1-160 0,0 0 0 15,-1-1 144-15,1-1-144 0,0 1 0 0,0-1 144 0,0-2-144 0,1 2 0 0,-1-2 128 0,0 0-128 0,-1 1 0 0,1-4 0 0,0 2 128 0,0 0-128 0,-2-1 0 0,0-4 0 0,2 2 192 0,-3-1-64 0,1-2 0 0,0-2-128 16,0-2 256-16,-1-3-64 0,2 0-16 0,0-1 0 0,-1-1-48 0,-1-2 0 0,0-2 0 0,2-2 0 0,-2-2 0 0,2-1-128 15,-1 0 192 1,2 0-64 0,-1 1-128-16,0 1 192 0,-1 2-192 0,1-1 192 0,-1 2-192 0,1-1 160 0,-2 2-160 0,0 1 160 0,0 1 288 0,1-1 48 15,-1 2 16 17,-1-1 0-32,1 3-384 0,-2-2-128 0,1-2 0 0,0 0 0 0,0-2 0 0,0 2 0 0,1-1 0 0,-2 2 0 0,1 0 0 0,1 4 0 15,1 0 0-15,-3 1 0 0,3 1 0 0,-1 1 0 16,-2 2 0-16,1 0 0 0,0 1 0 0,0 2 0 0,0 0 0 15,-1-2 0-15,0 2 0 0,0-2 0 0,0 0 0 16,-1 1 0 0,0-2 0-16,2-1 0 0,0 1 0 0,0 0 0 0,1 2 0 0,-1 0 0 0,1 1 0 15,1 1 0-15,0-1 0 0,0 1 0 0,1 1 0 16,1 1 0-16,-2-1 0 0,1 1 0 0,0 1 0 16,-1 0 0-16,1 0 0 0,-1 1 0 15,1 0 0-15,-2 1 0 0,0 1 0 0,0-2 0 16,1 2 0-16,-1 1 0 0,-1-1 0 0,-1 1 0 0,2 0 0 0,-1 0 0 15,0 2 0 1,0-2 0-16,-1 1 0 0,1 0 0 0,0 0 0 0,-2-1 0 0,1-1 0 0,-1 1 0 16,0 1 0-16,-1-1 0 15,-1 0 0-15,-1 0 0 0,4 0 0 0,-5 0 0 0,1 2 0 16,-2-2 0 0,0 2 0-16,-1-2 0 0,0 0 0 0,-2 2 0 0,-2-2 0 0,1 1 0 0,-1 2 0 0,0-1 0 15,0 0 0-15,-1-1 0 0,-2 2 0 31,1-1 0-31,-2 1 0 0,0 0 0 0,-1 1 0 0,-1-1 0 0,-1 3 0 0,0-2 0 0,1 1 0 0,-1 1 0 0,0-2 0 0,-1 2 0 16,-1 0 0-16,-2 0 0 0,0-1 0 0,-1 1 0 16,-2 1 0-1,-1-1 0-15,0 2 0 0,0-4 0 0,-1 2 0 16,-4-2 0-16,0-2 0 0,-2 1 0 0,1-2 0 0,2 1 0 0,1-3 0 0,1-1 0 16,3 1 0-16,1 0 0 0,-1-2 0 0,2 1 0 15,0-1 0-15,-1 2 0 0,1-2 0 0,0 0 0 16,-2 2 0-16,-1-1 0 31,1 0 0-31,-2 1 0 0,1 0 0 0,0 0 0 0,4 1 0 0,-4 0 0 0,0 0 0 0,-2 0 0 0,4 0 0 0,2 1 0 0,1-3 0 0,4 3 0 16,1-4 0-1,1 2 0-15,0-2 0 0,3 2 0 0,2-2 0 0,2 1 0 0,4 0 0 16,2 2 0-16,3 1 0 31,3-1 0-31,2 3 0 16,5 0 0-16,-6 0-2240 0,0 0-384 0,0 0-64 0,69 35-20784 0</inkml:trace>
  <inkml:trace contextRef="#ctx1" brushRef="#br0">16746 16364 0,'0'0'0,"0"0"0,0 0 15,0 0 1</inkml:trace>
  <inkml:trace contextRef="#ctx0" brushRef="#br0" timeOffset="19450.84">13591 9630 13823 0,'-2'-4'1216'0,"0"1"-960"0,1 1-256 0,1 1 0 0,0-1 1216 0,0 1 192 0,0 0 32 0,0-2 16 0,0 0-96 0,0-1-16 0,0-1 0 0,0 1 0 15,0 0 384-15,0 1 64 0,1 0 0 0,1 1 16 16,-1-1-864-16,2 1-176 0,0-1-48 0,1 2 0 15,0 0-80-15,0-2 0 0,3-1-16 0,-1 1 0 16,3-1-112-16,-1-2 0 0,2 2-16 0,0-2 0 16,3 2-64-16,1-2-16 0,0 3 0 0,0 0 0 0,3 2-176 0,-2 1-48 15,2 1 0-15,-17-1 0 0,0 0-192 0,0 0 0 16,0 0 128-16,58 36-128 516,-58-36 0-516,0 0 0 0,0 0 0 0,16 53 0 0,-16-38 128 0,-3 0-128 0,0-1 0 0,-2 0 0 0,0 0 0 0,-2-1 0 0,-1 0 0 0,-1 0 0 0,-1-2 0 0,2-1 0 0,-2-2 0 0,0-1 0 0,0 0 128 0,0 2-128 0,2-2 0 0,-1-1 144 0,4-5-144 0,2-1 192 0,0 0-192 0,3-3 192 0,2 0-192 0,2 1 0 0,1-3 0 0,4 0 128 0,1-1-128 0,1 0 0 0,3 1 0 0,-1 0 0 0,2 1 0 0,0 3-192 15,-3 1 32-15,1 1 16 0,-2 1 144 0,-1 2 0 0,2 2-144 0,-5-1 144 0,1 2 0 0,-4 0 0 0,-1 3 0 0,-1-1 0 0,-2 1-192 0,-3-1 192 0,-2 3-160 0,0-4 160 0,-1 1 0 0,-2-2 192 0,-2 3-16 0,-3-2 0 0,-1-1 160 0,-2 2 48 0,2-2 0 0,-1 0 0 0,-1 0-64 0,2-3 0 16,0 2 0-16,-2-3 0 0,4-1 0 0,-1 1 0 0,0-1 0 0,1-2 0 0,2 0-32 0,0 0-16 0,1-2 0 0,2 2 0 0,0 0-272 0,2 0 128 0,-1 0-128 0,2 0 0 0,-1 0 0 0,3 2-352 0,0 0 48 0,1 1 16 0,1 0-1312 0,1 0-256 0</inkml:trace>
  <inkml:trace contextRef="#ctx0" brushRef="#br0" timeOffset="19665.15">14017 9716 1311 0,'1'-1'0'0,"-1"-1"128"0,0 2-128 0,0-1 0 15,1 1 0-15,-1 0 0 0,2-2 2176 0,-2 2 432 0,1-1 80 0,-1-2 0 0,2 0-224 0,-1 0-48 0,2 1-16 0,1-3 0 0,-1 2-496 0,3 1-112 0,-2 0 0 0,2 1-16 0,-1-1-352 0,1 1-64 0,0 1-16 0,-1 1 0 0,1 2-272 0,-1 0-64 0,0 1-16 0,-1 2 0 0,2 1-288 0,-4 2-64 0,1-1-16 0,0 3 0 16,-2 1-224-16,-1-3-32 0,-1 3-16 0,-2-1 0 16,-1 3-160-16,-3 2-48 0,-2 1 0 0,0-2 0 0,-4 2-144 0,0-1 0 15,0 1 0-15,1-5 0 16,0 1 208-16,3-3-32 0,0 0-16 0,2-3 0 0,3 0 352 0,1-1 80 15,3-2 16-15,0 0 0 16,3 0-224-16,0-1-32 0,1 0-16 0,1 0 0 16,3-2-32-16,-1 1-16 0,1-2 0 15,1 1 0 1,0-1-48-16,0-1-16 0,-1 1 0 16,2-2 0-16,2-1-32 0,-1 1-16 0,-1-1 0 0,0-1 0 0,1 1 0 0,0-1 0 0,-2 1 0 0,1 0 0 0,-2 0-176 0,1 2 0 15,-2-1 0 1,-2 2 128-16,1-1-128 0,-2-1-224 0,0 2 48 15,1 0 16-15,-3 2-656 16,1-1-128-16,0 1-16 0,0-1-18176 0</inkml:trace>
  <inkml:trace contextRef="#ctx0" brushRef="#br0" timeOffset="20748.32">14986 9385 9215 0,'1'0'816'0,"-1"0"-656"0,0 0-160 0,0 0 0 0,0 0 1280 0,-1 0 208 0,1-1 48 0,1 1 16 0,2-1 1760 0,1-1 336 0,3 1 80 15,5-1 16-15,3 1-992 0,3-3-208 0,4-1-48 0,2 1 0 0,5-4-1152 0,2 2-256 0,3-1-32 0,3 0-16 16,4-2-528-16,1 2-96 0,5 2-32 0,-2-2 0 16,-1 2-128-16,-6 1-16 0,-1 1-16 0,-3 1 0 15,-2-1-48-15,2-2-16 391,2 1 0-391,3-4 0 0,6-1 0 0,3-2 0 0,-1 1 0 0,4 0 0 0,2 0 32 0,0 0 0 0,-2 2 0 0,-5-1 0 0,-1 4-64 0,-6-1-128 0,-6 0 192 0,-3 1-64 0,-2 1-128 0,2-1 0 0,0 3 144 0,-1-3-144 0,2 4 0 0,-2-1 128 15,0 0-128-15,1 0 0 0,-2 1 0 0,-1-1 0 0,-3 2 0 0,-4-1 128 0,-3 2-128 0,-6-1 0 0,-1 0 0 0,-6 2 0 0,-1-1 0 0,-1 1 0 0,-2-1 0 0,0-1 0 0,0 0-192 0,-2 0 32 0,1 1 16 0,-1-1 0 0,1 3-288 0,-2-1-48 0,-1-2-16 0,-3 1 0 0,-2 1-688 0,-1 0-144 0,-4 0-16 0,0 1-16576 0</inkml:trace>
  <inkml:trace contextRef="#ctx0" brushRef="#br0" timeOffset="20866.9">15038 9630 11055 0,'1'-4'480'0,"1"2"112"0,-1 1-464 0,1-1-128 0,0 1 0 0,1-1 0 0,2 1 2240 0,2-2 416 0,5 0 96 0,7-1 0 0,5 0 576 0,3-2 128 0,2 2 0 0,4-2 16 0,1 2-1376 0,4 0-288 0,4-2-48 0,3 1-16 0,3-1-896 0,2-1-176 0,3 1-32 0,0 1-16 0,-1-1-240 0,-3 2-64 16,-1-2 0-16,-4 2 0 0,0 0-96 0,1-1-32 0,6 1 0 0,0 1 0 0,-2 0-48 0,-3 1-16 0,-4-1 0 0,-4 1 0 0,-4 0 16 0,-3 0 0 0,-1-1 0 0,1 0 0 15,-3 1 16-15,3-3 0 0,2 1 0 0,1 0 0 16,-3 0-160-16,-2-2 192 0,2 2-192 15,-5 0 192-15,-5 1-192 0,-1 1 128 0,-5 1-128 16,-1 0 128-16,-2 1-128 0,-2-2 0 0,-2 2 0 0,-2 2 0 16,-1-2 0-16,1 1 0 0,-4 0 0 0,-1 1 0 15,0 1 0-15,-1-1-272 16,0 1 32-16,-1 1 16 0,-3 2-576 16,-2 0-112-16,-2 1-32 0,-4 0-18240 0</inkml:trace>
  <inkml:trace contextRef="#ctx0" brushRef="#br0" timeOffset="21609.62">14980 9941 1839 0,'1'1'160'0,"1"-1"-160"0,1 1 0 0,0 1 0 0,-2-1 2352 0,2-1 432 0,1 2 96 0,5 0 0 0,6 3 1024 0,-15-5 192 0,0 0 32 16,71 18 16 0,-71-18-1456-16,56 10-304 0,-28-7-48 0,2 0-16 0,1-2-880 0,0-1-176 15,2 0-48-15,2-1 0 16,0-1-608-16,4-2-128 0,4 0-32 0,3-2 0 0,0-1-192 0,-2 0-64 15,-7 1 0-15,-2-1 0 0,2 0-32 0,1 0-16 422,-1 0 0-422,-2 0 0 0,-3 3-144 0,-1-1 192 0,1 3-192 0,-3 0 192 0,-2 1-192 0,-3 1 128 0,-4 0-128 0,-3 0 128 0,-3 1-128 0,-1-1 0 0,-2 2 0 0,-1-1 0 0,0-1 0 0,0 0-144 0,-2-1 144 0,2 1-208 0,-2 0-400 0,2 0-80 0,-1 1-16 0,-1 0-17664 0</inkml:trace>
  <inkml:trace contextRef="#ctx0" brushRef="#br0" timeOffset="22833.18">17302 8502 9215 0,'-5'0'816'0,"2"0"-656"0,3 0-160 0,1 0 0 0,-1-1 1184 0,0 1 208 0,-1-1 32 0,0-1 16 0,-2 2 144 0,0 0 16 15,3 2 16-15,-1-2 0 16,1 2-656-16,0 0-128 0,1 2-16 0,-1-1-16 0,1 2 16 0,-1 3 0 16,2-1 0-16,-1 3 0 0,2-1-80 0,0 1-16 15,1 2 0-15,3-1 0 16,-7-11-256-16,0 0-48 0,0 0-16 0,0 0 0 15,51 54-80-15,-51-54-32 0,0 0 0 0,0 0 0 0,0 0-16 0,65 26 0 16,-51-24 0-16,-1-2 0 516,1-2 240-516,0 0 64 0,0 0 0 0,-1-3 0 0,-2-1 208 0,0 0 48 0,-1-1 16 0,-1-1 0 0,-1-1-80 0,-2-1 0 0,0 0-16 0,-4 2 0 0,3-2-240 0,-5 0-64 15,1 0 0-15,-2 0 0 0,1 1-80 0,-2-1-32 0,-1-2 0 0,2 2 0 0,-2 2-32 0,0 2-16 0,1 1 0 0,-1 0 0 0,1 3-112 0,1 0-32 0,1 2 0 0,-1 0 0 0,1 3-144 0,1 3 160 0,0-1-160 0,2 2 160 0,0 3-160 0,1 2 0 0,0 2 0 0,-4-14 0 0,0 0 0 0,0 0 0 0,17 63 0 0,-14-49 0 0,1 3-128 0,-1-1 128 0,-3-16 0 0,0 0 0 0,0 0 0 0,0 0 0 0,17 71 0 0,-15-59 0 0,-2 0 0 0,0-1 0 0,-2 0 0 0,1-2 0 0,-2-1 0 0,-1 1 240 0,0-2-64 0,-4-2-16 0,1 1 64 0,0-2 16 0,-1 0 0 0,-1-1 0 0,0 1 48 0,-3-1 16 0,1 0 0 0,1-1 0 0,-1 0-96 0,1 0-16 0,1-2 0 0,1 0 0 0,1 1-192 0,1-2 0 0,1 1 0 0,0-2 0 0,2 2-320 0,1 0-144 0,-1-1-48 0,1 1-13312 0,2 0-2656 0</inkml:trace>
  <inkml:trace contextRef="#ctx0" brushRef="#br0" timeOffset="23680.52">18426 8604 1839 0,'1'-4'160'0,"-2"2"-160"0,-1 1 0 0,1 0 0 0,1 1 2608 0,0 0 480 16,0 0 112-16,0 0 0 0,0 1-512 0,0 3-96 0,3 3-32 0,-1 2 0 0,1 2-800 0,3 0-160 15,-6-11-48-15,0 0 0 0,0 0-480 0,0 0-112 16,28 72 0-16,-28-72-16 0,0 0-96 0,0 0-16 16,0 0 0-16,28 64 0 0,-23-53-192 0,-1-1-32 15,0 0-16-15,0-3 0 0,-1 0-128 0,-1 0-16 16,0-1-16-16,1 0 0 0,-1-2-80 0,-1 0-16 15,-1 0 0-15,0-1 0 0,1-1-208 0,-1 0-128 16,0 0 160-16,0-1-160 0,-1 1 0 0,1-1 0 16,-1-1 0-16,1 0 0 0,-2-1 0 0,2-2 0 15,0 0 0-15,0-3-160 16,0 2-288-16,0-3-64 0,0-1-16 0,0-2 0 16,0-2-560-16,-1 1-128 0,1-2 0 0,-2-1-16 15,1 0-1184-15,-2-1-224 0,-1 0-48 0,0 0-9360 0</inkml:trace>
  <inkml:trace contextRef="#ctx0" brushRef="#br0" timeOffset="24064.84">18421 8570 4607 0,'-1'-8'192'0,"1"3"64"0,0 0-256 16,0 1 0-16,1 1 0 0,1 0 0 0,1-1 1360 0,1-2 240 0,4-4 32 0,4-1 16 0,3-2-48 0,2 2-16 0,1 0 0 0,1 3 0 0,-2 3-384 0,1 2-80 16,2 3-16-16,1 1 0 15,0 2-144-15,-1 1-16 0,-20-4-16 0,0 0 0 0,64 27 32 0,-64-27 0 16,0 0 0-16,0 0 0 15,0 0-144-15,52 57-32 0,-49-46 0 0,-5 0 0 16,-2-2 48-16,-2 1 16 0,-4 0 0 0,-1-3 0 0,-3 1-16 0,-3-2 0 16,-1 0 0 218,-2 1 0-234,0 0-32 0,0-2-16 0,1 2 0 0,3-2 0 0,1-3-304 0,3 0-64 0,1-1-16 0,2-1 0 16,4 0-656-16,1 0-128 0,2-1-16 0,4-1-17024 0</inkml:trace>
  <inkml:trace contextRef="#ctx1" brushRef="#br0" timeOffset="7276.59">20532 16154 0</inkml:trace>
  <inkml:trace contextRef="#ctx0" brushRef="#br0" timeOffset="27297.69">17195 10671 32255 0,'-1'1'2864'0,"-1"-1"-2288"15,2 2-576-15,2-2 0 0,-1 0 768 0,2 0 32 0,1 1 16 0,3 1 0 0,-7-2 464 0,0 0 80 0,55 2 32 0,-55-2 0 16,65-2-736-16,-24-1-144 0,9 0-16 0,8-1-16 0,9-2-96 0,7 2 0 16,1 0-16-16,1 1 0 15,-2 1-80-15,0 2-16 31,5-1 0-31,10 0 0 0,12-1-80 0,2 2 0 16,1 2-16-16,0-1 0 0,-8 0 16 0,10 1 16 0,8-2 0 0,2 0 0 16,0-2-64-16,-2 1-16 0,-7-2 0 0,1-3 0 0,-2 1 80 0,-6-1 16 0,-7 2 0 0,-9-3 0 0,-9 0 96 0,-3 0 32 15,-3 1 0-15,-10 0 0 0,-11 2-16 0,-8 0 0 0,-9 1 0 16,-9-1 0-16,-8 0-48 0,-4-1-16 0,-1 1 0 16,-6 0 0-16,-3-2-96 15,-5 2-32-15,-2-2 0 0,-4-1 0 0,0 2-144 31,-5-1 0-31,-1 0-160 0,-1 1 160 0,-2 0-1008 0,2 0-96 0,-1 3-32 0,1 1-13168 16,0 2-2640-16</inkml:trace>
  <inkml:trace contextRef="#ctx0" brushRef="#br0" timeOffset="29282.29">17770 11229 19343 0,'-1'-3'1728'0,"-1"0"-1392"0,1 2-336 0,-1 0 0 0,1-1 1328 0,1 2 192 0,-1 0 32 0,-1-1 16 0,-1 1 1152 0,-1 0 224 16,0 3 64-16,-2 1 0 0,-1 1-1200 0,-1 5-224 16,-2 2-48-16,-2 2-16 0,3 3-864 0,-3 2-160 15,2 3-48-15,1 0 0 0,0-1-112 0,2 2-16 16,1 1-16-16,1 1 0 0,0 1-112 0,5-1-32 15,0-25 0-15,9 48 0 0,-9-48-160 0,0 0 0 0,35 68 144 16,-35-68-144-16,0 0 0 0,60 61 0 16,-60-61 0-16,0 0 128 0,74 47-128 0,-74-47 0 0,0 0 0 15,74 22 0-15,-74-22 0 0,0 0 0 0,65 0 0 0,-45-4 0 16,-3-2 128-16,0-2-128 31,2-2 160-31,0-1-160 0,-2-1 368 0,0-2-32 0,-3 0 0 0,-3-1 0 0,2 0 144 0,-5 0 32 16,-2-2 0-16,-2-1 0 0,0-2 80 0,-2-3 32 0,-4 1 0 0,-3-1 0 15,-4-1-48-15,-4 0 0 0,-2 1 0 16,-3-1 0-16,-1 0-192 0,-3 3-32 0,-4 1-16 0,2 2 0 0,2 4-144 0,-1 1-48 16,0 3 0-1,-1 2 0-15,3 1-144 0,0 2 0 0,1 3 144 0,0 0-144 0,3 2 0 0,1 0 0 16,0 2 0 0,2 0 0-16,3 1-448 0,2 1-48 0,2 4-16 0,1-1 0 15,4 1-784-15,2 2-176 0,0-10-16 0,0 0-20336 16</inkml:trace>
  <inkml:trace contextRef="#ctx0" brushRef="#br0" timeOffset="29547.39">18472 11582 38703 0,'2'2'3440'0,"-2"-2"-2752"0,1 0-560 0,0 0-128 0,2 0 480 0,-1 0 64 0,0-2 16 0,1 2 0 0,1 0 96 0,1 0 32 0,-1-1 0 0,-1 1 0 16,1 0-48-16,-3 1 0 0,2-1 0 0,0 0 0 16,-1 2-464-16,0-2-176 0,0 1 0 0,-1 0 144 15,1 1-400-15,-1-1-64 0,0 1-32 0,2 0-19600 16</inkml:trace>
  <inkml:trace contextRef="#ctx0" brushRef="#br0" timeOffset="30190.27">18712 11380 11055 0,'-1'-7'480'0,"-1"4"112"0,2 0-464 15,0 1-128-15,-1-1 0 0,1 1 0 0,-1 1 624 0,-1 0 96 0,1-2 32 0,-2 0 0 0,0 0 1856 0,0 2 368 0,2-1 80 0,0 1 16 0,-1 1-304 0,2 0-48 0,0 1-16 0,3-1 0 0,3 0-784 0,-1-1-144 0,4-1-48 0,-5 2 0 0,0-1-864 0,0 0-176 0,3-1-48 0,3-1 0 0,7-1-192 0,2-3-32 0,6 0-16 0,3-3 0 0,1 0-80 0,-3-1-32 0,-2 1 0 16,-1 0 0-16,-2 0-64 0,-2 0-16 0,-2 2 0 0,-2-1 0 0,-1 1-16 0,-1 1 0 0,-2 1 0 0,-1 2 0 0,-1 1 16 0,-4 0 0 0,1 2 0 0,-2 2 0 0,-2 1 16 0,0 2 0 0,0 2 0 0,-1 1 0 0,1 1 16 0,-2 2 0 0,0-10 0 0,0 0 0 0,8 54-48 0,-8-54 0 0,0 46 0 0,-1-22 0 0,-1 0-16 0,2 2-16 0,0-4 0 0,0-22 0 0,2 43-16 0,-2-43 0 0,1 35 0 0,-1-35 0 0,0 0 16 0,3 44 0 0,-3-30 0 0,1-3 0 0,-1 1-160 0,0-4 192 0,0 2-192 0,2-2 192 0,2 0-192 0,-4-3 0 0,-1 2 144 0,-2-2-144 0,1 0 0 0,1-2 0 0,-2 1 0 0,2-1 0 0,-2 0 0 0,1 0-240 0,1-2 64 0,-2 1 16 0,2-1-656 0,-1-1-128 0,1 0-16 0,0-1-16 0,-1-1-256 0,2-1-48 16,0 0-16-16,2 1-12208 0,-1-1-2432 0</inkml:trace>
  <inkml:trace contextRef="#ctx0" brushRef="#br0" timeOffset="30234.08">18897 11519 20271 0,'-2'-7'1792'0,"2"2"-1424"0,1 2-368 0,0 2 0 0,1 0 3440 0,-1-1 608 0,3-1 128 0,3 1 32 0,5-4-1840 0,3-1-352 0,4-2-80 0,3 1-16 0,5-1-832 0,-4 1-160 0,-9 1-32 0,0 0-16 0,0 1-272 0,0 1-48 0,-1 0-16 0,0 2 0 0,-2 1-272 15,-1 0-48-15,1 1-16 0,-2-1 0 0,-1 2-208 16,-2 0 0-16,-1 2 0 0,0-2 0 0,-1 1-592 0,0 1-112 0,-1 0-32 0,0 1 0 0,0 2-608 0,-2-1-128 0</inkml:trace>
  <inkml:trace contextRef="#ctx0" brushRef="#br0" timeOffset="30758.62">19666 11442 12895 0,'1'-3'1152'0,"2"-1"-928"0,0 1-224 0,-2 1 0 0,1-1 2064 15,-1-1 368-15,3-6 80 0,1-4 16 0,0-5 1488 0,-1-3 288 16,-1 2 64-16,-3 0 16 0,0 2-2448 0,-1-1-480 16,-2 4-112-16,-3-1 0 0,-1 1-528 0,-3 2-112 15,-2-1 0-15,-1 2-16 0,0 3-192 0,-2 0-48 16,-4 2 0-16,1 1 0 0,0 2-240 0,-2 3-48 16,-1 1-16-16,0 1 0 0,1 3-144 0,3 2 0 15,1 4 0-15,4 0 0 0,-1 3 0 0,2 1 0 16,1 3 0-16,3 1 0 15,2-1 0-15,3 1 0 0,2-18-160 0,0 0 160 0,7 57-320 0,-7-57 48 0,0 0 0 16,0 0 0-16,46 54 32 0,-46-54 16 31,0 0 0-31,60 16 0 0,-60-16 224 0,46-1-176 0,-46 1 176 0,44-10-160 0,-24 3 160 0,-2 0 0 0,-1-3 0 0,-1 2 0 16,-2-1 0-16,-3 2 0 16,2 1 0-16,-2 1 128 0,-1 2 112 0,-2 2 16 0,-1 1 16 0,1 1 0 15,-8-1 160-15,0 0 16 0,0 0 16 16,0 0 0-16,18 52 112 15,-18-52 32 1,0 0 0-16,4 62 0 0,-4-62 96 0,0 56 32 0,-1-27 0 16,-1-1 0-16,2 1-64 0,0-5-16 0,-1-2 0 0,1 0 0 0,0-3-240 0,0-2-48 0,1-3-16 0,1-1 0 15,1-2-352-15,-2-1 128 0,2-3-128 16,0 0 0-16,-1-1 0 0,1-2 0 16,-1 1-192-16,-1-4 64 0,0 0-1136 0,-1 1-208 0,0-2-64 15,-2-2-14080-15,0 2-2816 16</inkml:trace>
  <inkml:trace contextRef="#ctx1" brushRef="#br0" timeOffset="16303.49">17709 18687 0,'0'0'0,"0"0"16,0 0-1,0 0-15,0 0 16,0 0-1,0 0-15</inkml:trace>
  <inkml:trace contextRef="#ctx0" brushRef="#br0" timeOffset="36036.98">14943 12369 19343 0,'-2'1'1728'0,"-1"2"-1392"0,3 2-336 0,0-1 0 0,1 0 528 0,-1 0 48 0,2 2 0 0,-1 5 0 0,-1-11 0 15,0 0 0-15,3 74 0 0,-3-74 0 0,1 68 656 0,-1-68 144 16,0 66 32-16,0-66 0 15,2 65-256-15,-2-65-64 0,2 69 0 0,-2-69 0 16,2 68-208-16,-2-68-48 0,0 69-16 0,-2-34 0 0,1 2-160 0,-2-1-16 16,3-36-16-16,-3 65 0 0,3-65-192 0,-2 60-48 15,2-60 0-15,-3 53 0 16,3-53-32-16,-3 46-16 0,3-46 0 0,-4 41 0 16,1-24-32-16,0 1-16 0,-1 2 0 0,1 0 0 15,0 0-80-15,-1-3-16 0,1-2 0 0,0-1 0 0,0 2-48 0,1-1-16 16,2-15 0-16,-5 34 0 0,4-19 0 0,0-1-128 0,1-2 192 15,1-2-64-15,-1-10 0 0,0 0 0 16,0 0 0-16,0 0 0 16,0 0 0-16,0 0-128 15,17 57 192-15,-14-52-64 16,0 1-128 0,1 0 0-16,1-2 144 0,0 2-144 0,-5-6 0 0,0 0 0 0,0 0 0 0,0 0 128 0,0 0-128 0,0 0 0 0,0 0 0 0,55 29 0 0,-55-29 0 0,0 0 0 15,0 0 0-15,0 0 0 31,0 0 0-15,55 6 0-16,-44-8 0 16,3 0 128-16,2-3-128 0,-1 1 176 0,2-1-176 0,0-1 192 0,2 0-48 0,0 1 0 0,1-2 0 0,1-1 0 0,-1 3-144 0,0-1 160 0,0-1-160 0,1 1 160 15,0 1-160-15,2 1 0 0,-2-1 0 0,0 2 0 0,-21 3 896 0,47-4 112 0,-47 4 16 0,48-4 0 16,-48 4-832-16,46-1-192 0,-46 1 0 16,60-3 0-16,-60 3 0 0,50-2 0 0,-50 2 0 0,51 2 0 15,-51-2 0-15,57 0 0 0,-57 0 0 16,65 0 0-16,-65 0 0 0,63-2 0 0,-63 2 0 0,57 0 0 15,-57 0 0-15,78 2 0 0,-78-2 0 0,72 1 0 16,-29 1 0-16,0-2 0 0,-43 0 0 16,70 4 0-16,-70-4 0 0,56 3 0 0,-56-3 0 15,49 5 0 1,-49-5-880-16,47 5-112 0,-47-5-32 0,0 0 0 0,53 8 832 0,-53-8 192 0,0 0 0 0,0 0 0 0,62 13 0 16,-62-13 0 15,0 0 0-31,0 0 0 0,58 11 0 0,-58-11 0 15,0 0 0-15,0 0 0 0,64 13 0 0,-64-13 0 16,0 0 0-16,52 4 0 0,-52-4 0 0,0 0 0 0,47 3 0 0,-47-3 0 0,0 0 0 0,0 0 0 0,39-2 0 0,-39 2 0 0,0 0 0 0,36-4 0 16,-35 3 0-16,2-1 0 0,1 0 0 31,2-1 0-31,1 0 0 0,-1 0 0 0,-2 2 0 0,1-2 0 0,1-1 0 0,3-2 0 0,0 0 224 16,1 1-64-16,-3-1-16 0,-4 0 0 0,-3 1 32 0,0-1 0 15,2 0 0-15,-1 1 0 0,2-4-32 0,-3 2 0 0,-2-1 0 16,2-2 0-16,2 0-16 0,-4 1 0 0,1 4 0 15,0-2 0-15,-1-3 32 0,-1-6 0 16,-1-3 0-16,-4-3 0 0,-2 0 32 0,1-1 0 16,5 1 0-16,1-1 0 0,-2 0-32 15,-1-1 0 17,0-1 0-32,2-1 0 0,-2-2 0 0,2 0 0 0,0 0 0 0,1-2 0 0,2 0-32 0,-2 2 0 0,0 3 0 0,2-1 0 0,-1 1-128 0,2-1 128 0,-1 1-128 0,1-1 128 15,1 0-128 1,1-3 0-16,2 3 144 0,-1-1-144 15,0 3 0-15,1 1 128 0,0 3-128 0,-3-1 0 0,-5 1 0 0,1 1 0 0,3 0 0 0,5 2 0 16,4 0 0-16,-4 2 0 0,-5 1 0 16,3 0 0-16,5 2 0 0,-5 1 0 0,-3 0 0 0,3 1 0 15,4 0 0-15,-4 1 0 0,-3 1 0 0,0-1 0 32,1 1 0-32,0-1 0 0,1 2 0 0,-2 0 0 0,0 2 0 0,0-1 0 0,0-1 0 0,-3 0 0 0,2 3 128 0,-4-1-128 15,1 1 128-15,1 0-128 0,2 1 176 16,-6 0-48-16,-2 2 0 0,2-1 0 0,0 1-128 0,-4 0 0 15,-5 1 144-15,-2 0-144 0,0 0 0 16,-2 1 0-16,0-1 0 0,2 0 128 0,2 1-128 0,-2-1 0 16,-5 0 0-16,1 0 0 0,0 0 0 15,12 0 0-15,1 0 0 0,-1 0 0 0,-2 0 0 16,0-1 0-16,-4 1 0 16,-8-1 0-16,-8-2 0 0,-9-1 0 0,-6-1 0 0,-4 1 0 0,3-2 0 0,2 1 0 15,2-1 0-15,1 2 0 0,1-3 0 16,1 1 128-16,1-1-128 0,0 1 0 0,0 1 0 0,2-1 0 0,1 2 0 15,-1-2 128-15,1 2-128 0,1 0 0 0,2 0 0 16,3 1 128 0,1 0-128-16,-1-1 0 0,-5-2 0 0,0 0 0 0,-1 1 0 0,3-1 0 0,2 2 0 0,1 0 0 15,1 2 0-15,-1 1 0 0,0-1 0 16,2 2 0-16,5 2 0 0,2-2 0 0,2 1 0 0,3-1 0 31,4 2-384-31,2-1-64 0,3 0 0 0,2-1 0 0,5 2-592 16,2-1-128-16,5 2-32 0,2 0-13024 15,-8-3-2608-15</inkml:trace>
  <inkml:trace contextRef="#ctx0" brushRef="#br0" timeOffset="37154.36">13394 12924 11055 0,'1'-5'976'0,"1"-1"-784"0,-1 3-192 0,0 0 0 0,1 2 816 0,1 0 112 0,1-4 32 0,1 0 0 0,5-2 416 0,6-3 96 16,2-4 0-16,3-1 16 0,2 3-192 0,0-1-32 16,1 3-16-16,-2 3 0 0,1 1-352 0,-3 4-80 15,-1 2-16-15,-19 0 0 0,0 0-80 0,0 0-16 16,0 0 0-16,60 41 0 0,-60-41-320 0,0 0-80 16,0 0-16-16,11 60 0 0,-14-41-16 0,0-1 0 15,-2-1 0-15,-4-1 0 516,1-1 0-516,-1-2 0 0,-2-1 0 0,1 1 0 0,0-2 112 0,0-2 0 0,2-1 16 0,2-2 0 0,2-2 32 0,1 1 0 0,3-4 0 0,3 0 0 0,1-1-432 0,2 0 0 0,4 0 0 0,0 0 0 0,4 0-416 0,-14 0-16 0,0 0 0 0,51 9 0 0,-51-9 144 0,0 0 32 0,59 27 0 0,-59-27 0 0,0 0 128 0,58 41 128 0,-58-41-192 0,0 0 192 0,0 0 0 0,44 58-128 0,-44-58 128 0,0 0 0 0,0 0 128 0,-2 49 96 0,-5-38 16 0,-4-1 0 0,0-1 672 0,-5-1 144 0,-1 1 32 0,-3-1 0 0,2-1-64 15,0-1-16-15,1 0 0 0,-2-2 0 0,0-1-416 0,-4 1-80 0,2-3 0 0,-2 2-16 0,3-3 16 0,2 0 0 0,2-1 0 0,5-1 0 0,1-1-320 0,3-1-64 0,2 1-128 0,0-1 192 0,5 1-192 0,2-1-256 0,1 0 48 0,4 1-13056 0,2-1-2608 0</inkml:trace>
  <inkml:trace contextRef="#ctx0" brushRef="#br0" timeOffset="37208.76">13970 13064 7359 0,'9'-14'656'0,"-4"6"-528"0,2-1-128 0,-1 3 0 0,-2 4 3632 0,0-1 688 0,2-1 144 16,5-4 16-16,6-1-1520 0,3-3-304 0,-2 4-64 0,1 1-16 0,2 4-1168 0,-21 3-224 0,0 0-48 0,0 0-16 0,0 0-656 0,64 52-128 0,-64-52-16 0,1 50-16 0,-5-24-432 0,-5 1-96 0,-2 2-16 0,-2-4 0 0,2-2-16 0,-2-2-16 0,0 0 0 0,2-1 0 0,0-3 672 0,1-2 144 0,2-2 32 0,0-2 0 0,3-1 432 0,2-1 80 0,2-2 32 0,1-3 0 0,1 0-448 16,3-1-96-16,2-2 0 0,1-1-16 0,0-1-160 0,3 0-16 0,1-2-16 0,0 0 0 0,4 2-32 0,0-4 0 0,2 2 0 0,1-1 0 0,2 1-208 0,-20 3-128 0,43-2 160 0,-43 2-160 0,39-2 0 0,-39 2 0 0,0 0 0 0,51 6 0 15,-51-6-928-15,0 0-128 16</inkml:trace>
  <inkml:trace contextRef="#ctx0" brushRef="#br0" timeOffset="39311.28">18005 13030 6447 0,'0'-8'576'0,"0"-2"-576"0,0 4 0 0,0 6 0 0,0 0 1008 0,0-7 80 0,0-1 32 0,-2-5 0 16,2-1 1056-16,-1-2 192 0,-2 4 64 0,0 2 0 16,-1 4 272-16,0 5 64 0,-3 1 16 0,-1 2 0 15,1 7-704-15,-2 1-144 0,0 4-16 0,-1 3-16 16,2 4-704-16,-1 3-144 0,1 6-32 0,1 2 0 15,1 4-496-15,5-1-96 0,3 0-32 0,-2-35 0 16,16 68-272-16,-16-68-128 0,28 55 128 16,-28-55-128-16,0 0 128 0,60 54-128 0,-60-54 0 15,0 0 128-15,74 27 0 0,-74-27-128 0,48 3 192 0,-48-3-64 16,53-6 96-16,-26-3 16 16,-1 1 0-16,0-3 0 0,-1-4 80 0,1-1 32 0,-2-1 0 0,-2-3 0 15,1-1 128-15,-5 1 32 0,-1-3 0 0,-4 1 0 16,-3 0 32-16,-6 1 16 0,-1-1 0 0,-5-1 0 0,-3 0 16 0,-2 1 16 15,-5-1 0-15,0 1 0 0,-2 0-64 16,-5 1-16-16,-2 0 0 16,-3 1 0-16,-1 0-176 0,-1 4-32 0,4 1-16 0,-1 4 0 0,-1 3-144 15,0 2-16 1,-1 3-128-16,2 3 192 16,0 3-192-16,4 3 0 0,0 1-144 0,2 3 144 0,3 2-720 0,4 4-48 0,3-1-16 0,3 5 0 15,4 3-752 16,0-23-160 1,10 49-32-32,-10-49-18912 0</inkml:trace>
  <inkml:trace contextRef="#ctx0" brushRef="#br0" timeOffset="39490.94">18724 13212 27647 0,'-5'-9'2448'0,"3"4"-1952"0,-1 1-496 0,1 1 0 16,1 2 3200-16,1-1 560 0,-2 1 96 0,1-2 32 15,0 0-2416-15,-4-2-464 0,3 1-112 0,-1-1 0 0,0 2-592 0,2 1-112 16,-1 0-32-16,1 1 0 0,1 1-432 0,0 1-96 15,0 2-16-15,0 0 0 16,0 0-720-16,3 0-160 0,-1 1-16 0,1 1-16992 0</inkml:trace>
  <inkml:trace contextRef="#ctx0" brushRef="#br0" timeOffset="39879.01">19145 12905 5519 0,'2'-8'496'0,"-2"3"-496"0,-2 2 0 0,0 0 0 0,1 2 2976 0,-2-2 496 0,-1-4 112 0,-6-4 0 16,-3-1 192-16,-7 2 48 0,-5 5 0 0,1 3 0 0,3 5-1520 0,-1 3-288 31,1 2-64-31,1 4-16 0,4 0-1024 0,1 2-208 16,4 3-32-16,5 2-16 0,5-2-464 0,1-17-192 16,0 0 128-16,0 0-128 0,42 65 0 0,-42-65-176 15,0 0 16-15,84 41 0 16,-84-41-368-16,69 25-80 15,-69-25-16-15,72 27 0 0,-72-27 48 16,64 32 16-16,-64-32 0 0,0 0 0 16,65 53-48-16,-65-53-16 0,0 0 0 0,0 0 0 0,24 73-784 0,-26-57-144 0,-2-2-48 0,-3 0 0 15,-2-1 832 17,-3-2 144-32,-4-1 48 0,-1 0 0 0,0-2 1648 0,-1-2 336 0,-2-2 64 0,0-1 0 0,3-2 704 0,0-1 128 0,3-3 16 0,0-1 16 0,3-1-1232 0,2-2-240 0,2-2-48 15,3-1-16-15,1-1-288 0,3 0-48 0,2-4-16 0,1 1 0 16,2-1-16-1,2-1-16-15,3-1 0 0,-1 2 0 0,2-1-176 0,0 2-48 0,2 0 0 0,1 1 0 16,2 1-192 0,-1 0 0-16,3 1 128 0,1 1-128 0,1 2 0 0,-12 3-256 0,-1 1 48 0,-1 0 16 31,-1 1-960-31,1 0-176 16</inkml:trace>
  <inkml:trace contextRef="#ctx0" brushRef="#br0" timeOffset="40121.05">19792 12868 40543 0,'-8'-2'1792'0,"7"4"384"0,1-1-1744 0,-3 2-432 0,0 1 0 0,2-1 0 0,1 3 464 0,-3 4 16 0,-2 5 0 0,-3 8 0 0,4 6 304 0,0 1 64 16,0 1 16-16,2-1 0 0,2 0-288 0,0-30-64 15,7 49-16-15,-7-49 0 0,0 0-304 0,22 58-48 16,-22-58-16-16,0 0 0 0,0 0-128 0,0 0 0 0,52 61 0 0,-52-61 0 15,0 0-144-15,0 0-112 0,0 0-32 0,0 0 0 32,0 0-816-32,0 0-176 0</inkml:trace>
  <inkml:trace contextRef="#ctx0" brushRef="#br0" timeOffset="41841.19">14921 14884 22111 0,'1'-2'1968'0,"-1"2"-1584"0,-1 0-384 0,1 2 0 0,1-1 1600 0,-1 2 256 0,-3 3 32 0,2 4 16 0,0 5 160 0,-2 6 48 15,-2 5 0-15,0 1 0 0,-1 2-768 0,1 2-128 16,-1 2-48-16,0 1 0 0,1 1-640 0,-3 2-128 16,0 1-16-16,4 0-16 0,4-38-128 0,0 69-32 15,0-69 0-15,4 62 0 0,-4-62-80 0,6 51 0 16,-6-51-128-16,0 0 192 0,15 61-64 0,-15-61-128 0,0 0 176 0,0 0-176 16,21 59 160-16,-21-59-160 15,0 0 128-15,0 0-128 0,0 0 128 0,0 0-128 16,0 0 0-16,46 51 128 531,-38-48 32-531,1-2 0 0,0 1 0 0,0-2 0 0,-1-2 64 0,1 2 16 0,1-1 0 0,0-2 0 16,4 0 16-16,0-1 0 0,0 0 0 0,3-2 0 0,4 2-112 0,-1-2-16 0,3 1 0 0,2-1 0 0,5 0-128 0,5-1 0 0,3 2 0 0,0 2 128 0,3 0-128 0,-4 3 0 0,-2 0 0 0,2 3 0 0,4 1 0 0,-41-4 0 0,66 10 0 0,-66-10 0 0,74 9 0 0,-74-9 0 0,69 5 0 0,-34-3 0 0,2-1 0 0,-19 0 0 0,-3-1 0 0,-1 0 0 0,1 0 0 0,1 0 0 0,2 0 0 0,10 0 0 0,9-1 0 0,8-2 0 0,6 0 0 0,-1 1 0 0,-4-3 0 0,-8 1 0 0,-5 0 0 0,-8 1 0 0,-4 0 0 0,-2 0 0 0,-4 2 0 0,-3-2 0 0,-1 2 0 0,-1-1 0 0,1 2 0 0,0 0 0 0,2 0 0 0,0 0 0 0,2 2 0 0,-9-2 0 0,0 0 0 0,-1 0 0 0,1 0 0 0,1 0 0 0,2 0 0 0,5 0 0 15,5 0 0-15,8 0 0 0,4 0 0 0,5-2 0 0,-1-1 0 0,-2-1 0 0,-4 0 0 0,-3-2 0 0,-4 1 0 0,-3-2 0 0,-5 0 0 0,-2-1 0 0,1 0 0 0,-4-2 0 0,-2 2 208 0,-2-4 16 0,2 0 0 0,-1-3 0 0,-3 1 160 0,-3-3 48 0,-2-1 0 0,0 0 0 0,-1-1 144 0,-1-3 48 0,1 1 0 0,-2-2 0 0,3 3-96 0,-3-1-16 0,1 0 0 0,0-2 0 0,0 1-192 0,-1 0-32 0,1 3-16 0,1-3 0 0,1 0-96 0,-1-1-32 0,-1 3 0 0,1 2 0 0,-3-2-144 0,0 5 192 0,2 1-192 0,-3-1 192 0,0 3-32 0,-3 0 0 0,0 3 0 0,0-1 0 0,0 0-32 0,-1 1-128 0,-2 2 192 0,-2-1-64 0,-1-1-128 0,-3 1 128 0,-3 1-128 0,14 2 128 0,-1 1-128 0,1 1 0 0,-2 1 144 0,-1-3-144 0,-8 3 0 16,-10-4 0-16,-16 0 0 0,-16-2 0 0,-10-1 0 0,-5-1 0 0,2 3 0 0,46 4 0 0,3 1 0 0,-1-1 0 0,-2 1 0 0,-3 0-128 0,-7-3-80 0,-16 1-16 0,-9-3 0 0,-8 0 0 0,5 0-544 0,5 3-96 0,9-1-32 0,6 3 0 0,7 0-464 0,5 4-112 0,4 0 0 0,2 4-13152 0,3 3-2624 0</inkml:trace>
  <inkml:trace contextRef="#ctx0" brushRef="#br0" timeOffset="43184.32">12305 14628 911 0,'0'0'0'0,"0"0"0"0,0 0 0 0,0 0 0 0,4 40 320 0,-3-33 0 0,-1-7-16 0,0 0 0 15,10 65-80-15,-10-65-16 0,10 63 0 0,-10-63 0 16,10 51 176-16,-10-51 16 0,0 0 16 0,15 52 0 16,-15-52 64-16,0 0 16 0,0 0 0 0,23 51 0 15,-23-51-32-15,0 0 0 0,0 0 0 0,0 0 0 16,35 47-48-16,-35-47-16 0,0 0 0 0,0 0 0 15,0 0-80-15,0 0-32 0,37 51 0 0,-37-51 0 16,0 0 128-16,0 0 32 0,0 0 0 0,17 52 0 16,-17-52 192-16,0 0 64 0,0 0 0 0,8 44 0 31,-8-44-144-31,0 0-32 0,10 42 0 16,-10-42 0-16,0 0-528 0,10 48 0 0,-10-48 0 0,0 0 0 0,10 52 0 0,-10-52 0 0,4 39 0 0,-4-39-144 31,5 41-96-31,-5-41-16 0,2 42 0 0,-2-42 0 0,0 41-48 0,0-41-16 0,0 41 0 15,0-41 0-15,-1 42 128 0,1-42 0 0,-3 43 16 16,3-43 0-16,-1 39-80 16,1-39 0-16,0 43-16 0,0-43 0 0,1 39-16 0,-1-39 0 0,0 0 0 0,7 55 0 15,-7-55-368-15,0 0-80 16,13 50-16-16,-13-50 0 0,0 0-240 0,18 49-48 31,-18-49-16-31,0 0 0 16,23 50 416-16,-23-50 96 0,0 0 16 0,21 46 0 0,-21-46 656 0,0 0 128 0,24 50 16 0,-24-50 16 0,0 0-16 0,26 46 0 0,-26-46 0 0,0 0 0 15,0 0-544 1,43 55-112-16,-43-55-32 0,0 0 0 16,0 0 416-16,48 51 0 0,-48-51 0 0,0 0 0 0</inkml:trace>
  <inkml:trace contextRef="#ctx0" brushRef="#br0" timeOffset="45241.19">14217 14925 23951 0,'-15'14'2128'0,"2"0"-1696"0,6-3-432 0,4-1 0 0,0 0 0 0,-2 7 0 0,-7 11 0 0,-5 18-176 15,-4 17 736-15,1 11 144 0,6 0 16 0,6 0 16 16,5-5-528-16,4-4-208 0,4-3 176 0,2-1-176 47,3 0 0-47,2-2 0 0,5 2 0 0,2 0 0 15,3 1-128-15,2-2 128 0,0 0-192 0,3-2 192 0,3 0-448 16,-1-2 32-16,3-4 0 0,1 1 0 0,3-4 240 16,0 2 176-16,3-2-208 0,0 2 80 0,-2 0 128 0,4-6 0 0,1-1 0 0,2-3 0 0,-3-4 304 0,8 1 32 0,5 2 16 0,3-1 0 0,-1-4 160 0,5 1 48 0,4-1 0 0,4 0 0 31,0-2 48-31,5-2 16 0,3-3 0 0,5-1 0 0,6 0-128 0,0-2-32 16,1-2 0-1,-2-5 0-15,1 1-80 0,6-2 0 0,7 2-16 16,-1-2 0-16,-3-2-48 0,2-4-16 0,3-3 0 0,0-1 0 0,-2 0-48 0,3-2 0 15,0-5 0-15,2-5 0 32,4 0 0-32,-1-1 0 0,3-1 0 0,-3-3 0 0,1-3-64 0,1 1 0 0,3 2-16 0,-3-3 0 0,-4-1-176 0,0 0 0 0,2-3 0 15,-1 3 128-15,5 3-128 0,-5-2 0 0,-2 0 0 32,-5 2 0-32,-3 1 0 0,4-1 128 0,2 1-128 0,-4-2 0 0,-6 1 160 0,0-2-160 0,2-1 192 0,-2 0-192 15,0-3 336-15,-2-1-32 16,-8 1-16-16,-1 0 0 0,-2-1-32 0,2-4-16 0,2 0 0 0,-5-1 0 15,-11 2-64-15,2-4-16 0,2-2 0 0,0-3 0 16,0 2 48-16,0-3 16 0,0 1 0 16,-1-1 0-16,-2 0-32 0,-2-2 0 0,-2-1 0 0,-5 2 0 15,1-1-64-15,1-2-128 0,5-3 176 0,-5 0-176 16,-7 4 160-16,2-3-160 0,-2-1 128 0,1-3-128 16,1-1 144-16,1-1-144 0,-2 2 160 0,2-1-160 15,-3 2 144-15,0-1-144 0,0-1 128 16,-4-2-128-16,-1 3 128 0,-4 0-128 0,-1 2 0 0,2-6 128 0,7-5-128 15,-2-1 0-15,0 2 144 16,-1-1-144-16,1 1 0 0,-2-2 128 0,-1 0-128 0,-2 0 0 0,-5 0 0 16,-1 2 128-16,-1 1-128 15,-2-1 0-15,3-2 0 0,0-3 0 0,0 0 0 0,-2 2 128 0,1 3-128 16,-3-2 0-16,-1 3 128 0,0-5-128 16,-2 0 160-16,1-2-32 0,-3 1-128 0,1-1 192 0,-2 0 0 0,0 1 0 15,1 0 0-15,1 2 0 0,-1 0 0 16,2 1-16-1,-1-3 0-15,2-2 0 0,2-4-48 0,1-3 0 0,6-1 0 0,0 1 0 0,-1-1-128 0,3-1 0 16,-3-1 0-16,1-1 128 0,-3 4-128 0,3-5 0 16,4-4 0-16,-1 4 0 0,-5 9 0 0,5-6 0 15,2 0 0-15,0-3 0 0,-3 0 0 0,-3-1 0 16,1 0 0-16,-1-2 0 0,-4 3 0 0,-1 2 0 16,3 0 0-16,-1 2 0 0,-2 5 0 0,0-5 0 0,0-2 0 15,3-2 0-15,-1 0 800 0,1 2 176 16,-2 2 48-16,-2 0 0 15,0 2-1648-15,-3-1-320 0,-2-1-64 0,-2 3-16 16,0-1 832-16,-2 0 192 0,1 0 0 0,0 3 0 0,0 1 768 0,-2 3 208 0,-1-1 48 0,-1 0 0 31,0-3-1664-31,1-2-320 16,-3 0-64-16,-1 0 0 0,1 5 704 0,-4-1 160 0,0 5 32 0,-2 1 0 0,-2-1 128 0,1 1 0 0,-2-1-144 0,0 0 144 16,0 2 0-16,-2 1 0 0,-1 1 0 0,-1 2 0 15,0 4 0-15,0 0 0 0,1-1 0 16,-1 4 128-16,0 2 64 0,-2 2 16 0,1 1 0 0,0 0 0 0,1 3-80 0,0-2 0 15,0 1-128 1,0-1 192-16,1 1-192 0,2 1 0 0,-2 0 0 0,1 1 0 0,-2 2 0 0,-1-1 0 16,1 1 0-16,-3 1 0 0,0 2 0 15,-1-1 0 1,-2 2 0-16,-1 0 0 0,0 0 128 0,-2 2-128 16,1 2 0-16,-1-3 0 0,-1 2 160 0,0 0-160 0,2 4 160 0,-1-3-160 0,2 1 144 0,-2-1-144 15,1 0 128 1,-1 2-128-16,0 5 0 15,2-1 128-15,0 0-128 0,0 0 0 0,0 2 0 0,-2 1 128 0,3 1-128 0,-1 0 0 0,0 0 0 0,1 2 0 16,2-1 0-16,-2 2 0 16,2 0 0-16,-3 0 0 0,0 1-160 0,1 1 160 0,-1-2-176 15,1 1 176-15,-1 0-192 0,1 1 192 0,-3 1-128 16,4 1 128 15,-4-1 0-31,-1 1 0 0,1 0 0 0,-2 0-128 0,1 2 128 0,0-1 0 0,-1-1 608 0,-1 2 176 0,1 1 48 0,-1-1 0 16,1-1-2000-16,-1 1-400 0,0 1-80 0,0-2-16 15,1 2-80-15,-2 0-32 16,2-1 0 0,-1-1-15504-1</inkml:trace>
  <inkml:trace contextRef="#ctx0" brushRef="#br0" timeOffset="45977.39">26260 8014 23951 0,'-1'0'2128'0,"1"0"-1696"0,0 0-432 0,0 0 0 0,1 0 592 0,0 0 48 0,1-2 0 0,1 1 0 0,2-1 1008 0,4-2 208 0,1 0 32 0,1-3 16 16,0 0-672-16,2-2-128 16,1 1-16-16,-1-2-16 0,2-3-160 0,0 2-16 0,-3-3-16 0,2 1 0 15,-1-1-400-15,0 0-80 0,-1 1-16 0,0-1 0 16,-2 1-128-16,-2 2-48 0,-1 1 0 0,0 0 0 16,-1 2-64-16,-3 1-16 15,1 2 0-15,-3 3 0 0,-1 0 0 0,0 2-128 16,0 3 192-16,-1 0-64 0,0 2 0 0,-2 2-128 15,-1 6 192-15,-1 1-64 0,0 6-128 0,-2 1 160 16,-2 5-160-16,1 2 160 0,1 2-160 16,1 1 0-16,-1 0 0 0,1 0 128 15,1-1-128-15,2-2 0 0,-2 0 0 0,4-3 0 0,0 2 0 16,1-3 0-16,0 0 0 0,1-2 0 16,-1-22 0-16,4 39 0 0,-2-23 0 0,-1-1 0 0,-1-15 0 0,0 0 0 0,6 47 0 0,-5-36 0 0,1-1 0 31,-2 0 0-31,1-2 0 0,-1-2 0 0,0 0 0 0,0-4 0 0,-1 1 0 0,1-1 0 15,0-1 0 1,0 1 0-16,-2-1-160 16,2-1 160-1,0 0-544-15,-1 0-16 0,1-3 0 0,-3 2 0 16,2-2-1104-16,-4-1-240 16,2-1-32-16,-1 1-14624 0</inkml:trace>
  <inkml:trace contextRef="#ctx0" brushRef="#br0" timeOffset="46210.1">26083 8456 22111 0,'-2'0'976'0,"2"0"208"0,0 0-944 0,1 0-240 0,2 0 0 0,0 0 0 16,1 0 1840-16,4 0 320 0,7 0 64 0,-15 0 16 15,48 0 144-15,-48 0 48 0,66 0 0 0,-66 0 0 0,73-2-1264 0,-73 2-240 16,80-1-48-16,-80 1-16 0,77-3-288 0,-77 3-64 16,72-3-16-16,-72 3 0 0,61-4-96 0,-61 4-16 15,55-3 0-15,-55 3 0 0,48-5-128 0,-48 5-48 16,44-5 0-16,-26 2 0 0,-2 2-208 0,-2 0 144 15,1-1-144-15,-2 1 128 0,-2 1-128 0,-1-2 0 16,0 2 0-16,-3 0 0 16,0 0-784-16,-2 0-48 0,-1 0 0 15,-1-1-18784-15</inkml:trace>
  <inkml:trace contextRef="#ctx0" brushRef="#br0" timeOffset="46830.84">28048 7848 28559 0,'5'2'2544'0,"-4"-2"-2032"0,-1 0-512 0,-1 1 0 0,1-1 1216 0,-2 2 160 0,2 0 32 0,-1 4 0 0,-1 2 272 0,1 5 64 0,-3 3 16 0,0 1 0 15,-1 2-992-15,2 1-192 16,-1 1-32-16,1 2-16 0,1 0-208 0,-1 1-32 16,0 0-16-16,0 0 0 0,2 0-16 0,-1-2-16 15,-2-1 0-15,3 4 0 0,-1-3-64 0,2-1-16 0,-1-1 0 0,1 1 0 16,1-1 32-16,1 1 0 0,-2-21 0 0,0 0 0 15,14 51 0-15,-14-51 0 0,0 0 0 16,0 0 0 0,0 0-48-16,61 52 0 0,-61-52 0 0,0 0 0 0,59 9 80 0,-59-9 16 0,46-2 0 0,-22 0 0 15,0-3 16-15,-1 3 16 0,-2-3 0 0,-2 1 0 0,-4 1-32 0,1 0-16 16,-2-1 0-16,3 0 0 0,-3 0-80 0,3-1-16 16,-2 1 0-16,0 0 0 15,0 0-128 16,-1-2 0-31,-1 2 0 0,-2 0 128 0,-1 1-128 0,-1-1 0 0,-2-1-160 0,0 2 160 0,-3 1-704 0,0-1-64 16,0 0 0-16,-1 0 0 0,0 2-320 31,-3-1-64-31,1 1 0 0,-2 0-18304 0</inkml:trace>
  <inkml:trace contextRef="#ctx0" brushRef="#br0" timeOffset="47106.11">28016 8170 25791 0,'7'-2'1152'0,"-1"-1"224"0,-1 1-1104 0,1-1-272 0,0 2 0 0,-2 1 0 15,1-1 2080-15,7-2 352 16,5-1 80-16,8-2 16 0,8-3-480 0,1 1-112 16,-2 1-16-16,-1-2 0 0,-3 2-1104 0,-2-1-240 15,-2 1-32-15,-3 0-16 0,0 1-208 0,-4-1-64 16,0 3 0-16,-3-2 0 0,-1 2-256 0,-2 0 0 15,-2-1 128-15,1 3-128 16,-3-1-320-16,-2 1-112 0,1 1-16 0,-2-2-16 16,-1 2-1200-16,-2-1-256 0</inkml:trace>
  <inkml:trace contextRef="#ctx0" brushRef="#br0" timeOffset="47335.83">28040 7803 28559 0,'-1'-4'2544'0,"1"0"-2032"0,2 2-512 0,3 1 0 0,0 1 1488 0,1-2 208 0,2-2 32 0,7-3 16 15,4-3-16-15,10-1 0 0,2 0 0 0,3-1 0 0,-2 2-912 0,-1 2-192 16,-1 1-48-16,-2 1 0 16,0 1-320-16,-1-1-64 0,0 3 0 0,-2-1-16 0,-1 2-176 0,-4 1 0 15,1 0 0-15,-4-1 0 0,-3 2-160 0,1 2-64 16,-3 0-16-16,-12-2-12576 15,0 0-2528-15</inkml:trace>
  <inkml:trace contextRef="#ctx0" brushRef="#br0" timeOffset="48099.43">28745 8350 15663 0,'0'0'688'0,"0"0"144"0,0 0-656 0,20 52-176 0,-18-45 0 0,1-1 0 0,-3-6 1408 0,0 0 256 0,0 0 64 0,24 80 0 15,-24-80 16-15,16 67 16 0,-16-67 0 0,8 55 0 16,-8-55-368-16,5 42-80 0,-4-25-16 0,-2-3 0 16,1 0-144-16,0-2-48 0,0-2 0 0,-2-2 0 15,1-2-544-15,-1-1-112 0,-1 0-32 0,2-4 0 16,0-1-176-16,-2-1-48 0,-1-1 0 0,-2-2 0 15,0 1 0-15,-1-4-16 0,2-1 0 0,-2-1 0 16,-2-2 48-16,2-2 16 0,1 0 0 0,2-4 0 16,1 0 0-16,0-4 0 0,3-1 0 515,0-4 0-499,3-1-32-16,0-1 0 0,0-3 0 0,3-1 0 0,1-1-16 0,0 2-16 0,0 3 0 0,1-2 0 0,4-2 0 0,-3 1 0 0,3 1 0 0,-1 3 0 0,0 4-176 0,1 5 128 0,0 1-128 0,0 6 128 0,-1 2 16 0,0 4 0 0,2 0 0 0,-2 4 0 0,3 1 32 0,-1 3 0 0,1 1 0 0,-2 3 0 0,-3 2-32 0,0-1 0 0,-1 3 0 0,-3 1 0 0,-1 0-16 0,-3 1-128 0,-2 1 192 0,-2-1-64 0,-1 1-128 0,-3-3 160 0,-2 2-160 0,-1-2 160 0,0-1 16 0,1-1 0 0,-1-2 0 0,-2-2 0 0,1 3 32 0,0-3 16 0,1-1 0 0,0-1 0 0,3 0-32 0,0 0 0 0,0-3 0 0,3 1 0 0,-1-1-192 0,3-1-288 0,-1 1 64 0,0-2 16 0,3 2-560 0,0-1-128 16,1 1 0-16,-1 0-12608 0,2 1-2496 0</inkml:trace>
  <inkml:trace contextRef="#ctx0" brushRef="#br0" timeOffset="48183.45">29242 8251 23039 0,'3'-4'1024'0,"0"1"192"0,0 0-960 0,-2 2-256 0,0-1 0 0,-1 2 0 0,2-1 1488 0,-2-1 256 0,1 2 48 0,1-1 16 0,-2 1 896 0,-2 1 176 0,-1 2 48 0,1 1 0 0,-3 3-1840 0,1 2-384 0,1 1-64 0,-1 3 0 0,3 1-384 0,-1 0-64 0,2-14 0 0,0 0-16 0,0 0-176 0,14 58 0 0,-14-58 0 0,0 0 0 0,0 0 0 0,0 0 0 0,61 49 0 0,-61-49 0 15,0 0 176-15,50 9-48 0,-50-9-128 0,36-3 192 16,-16 0-16-16,-2-3-16 0,-1 1 0 0,0-2 0 0,-1-2 80 0,-2 1 16 0,2-2 0 0,-4-1 0 0,1-2 16 0,-3 0 16 0,-2 0 0 0,-2-1 0 0,0-3 96 0,-5 0 32 0,-1 0 0 0,-1-1 0 0,-5-2 48 0,-3 0 16 0,-2 2 0 0,-3 3 0 15,-4-1-112-15,-1 3-32 0,0 3 0 0,-3 2 0 0,-2 2-64 0,0 2-16 0,0 3 0 0,2 1 0 0,2 0-256 0,0 2 0 0,2 3-176 0,2 0 176 0,4 4-640 0,0-1-32 0,4 2 0 0,-1 3 0 16,5 0-416-16,0 1-96 0,1 1-16 0,3 4-12464 0,0-19-2496 16</inkml:trace>
  <inkml:trace contextRef="#ctx0" brushRef="#br0" timeOffset="48500.24">29934 8257 12895 0,'-3'-16'576'0,"2"9"112"0,1-2-560 0,0 2-128 0,0 3 0 0,-1 0 0 0,-1-2 1872 0,-1-4 352 0,1-4 64 0,-4-3 16 16,-1-1 944-16,0 2 192 0,-3 4 32 0,1 3 16 16,0 4-1344-16,-3 3-272 0,2 2-48 0,-1 3-16 15,0 4-960-15,1 2-192 0,-3 2-32 0,5 3-16 0,-1 1-256 0,2 2-48 16,3 3-16-16,0 0 0 0,4-20-128 15,1 47-32-15,-1-47 0 0,0 0 0 0,20 67-128 0,-20-67 0 16,0 0 0-16,0 0 128 0,52 67 0 31,-52-67-128-31,0 0 192 16,0 0-64-16,68 29-128 0,-68-29 192 0,41 3-192 0,-20-4 192 0,0-2-192 0,-1 0 0 0,0-2 0 0,-2-1 0 16,1 0-704-1,-1-1-64-15</inkml:trace>
  <inkml:trace contextRef="#ctx0" brushRef="#br0" timeOffset="49357.43">30220 7840 36863 0,'-2'5'1632'0,"4"0"336"0,-1 0-1584 0,0 1-384 0,1-2 0 0,-2-1 0 15,0 3 688-15,1 6 48 0,1 1 16 0,-2-13 0 16,3 48 64-16,-3-48 16 0,1 59 0 0,-1-59 0 15,1 61-560-15,-1-33-96 0,0-2-32 0,0-3 0 16,0-23 16-16,2 41 0 0,-1-25 0 0,1-1 0 16,-1-4 16-16,0-4 0 0,-1-3 0 0,2 2 0 15,-2-3 0-15,1 1 0 0,1-1 0 0,0-2 0 16,1 1-16-16,0-1 0 0,0-1 0 0,0 0 0 16,0-1 32-16,2-2 0 0,0 0 0 0,2-1 0 15,1-2-16-15,1-2 0 0,2-1 0 0,2-2 0 16,2-1-176-16,3 0 128 0,5-2-128 500,1 1 128-500,0 0-128 0,2 3 0 0,-1 3 0 0,-1 3 0 0,-1 3 0 0,-23 1 0 0,0 0 0 0,60 18 0 15,-60-18 0-15,0 0 0 0,0 0 0 0,60 51 0 0,-60-51 0 0,0 0 0 0,0 0 0 0,35 65 0 0,-35-65 192 0,0 0 0 0,0 0 0 0,17 62 0 0,-16-49 160 0,2-2 32 0,-3 0 16 0,2-2 0 0,-2-1-160 0,1-1-48 0,-1-1 0 0,1 0 0 0,-1-2-416 0,0-1-96 0,2-1 0 0,-1 0-16 0,-1-1-992 0,0 1-192 0</inkml:trace>
  <inkml:trace contextRef="#ctx0" brushRef="#br0" timeOffset="49488.46">31090 8056 11967 0,'-3'-1'1072'0,"2"2"-864"0,1-1-208 0,0 1 0 0,0-1 576 0,0 0 64 0,0 2 0 0,-2-2 16 0,2 0 1360 0,0 1 272 0,0 1 48 0,4-1 16 0,1 2-32 0,-1 0 0 0,3-1 0 0,-7-2 0 0,0 0-336 0,0 0-64 0,0 0 0 0,0 0-16 0,69 23-784 0,-69-23-160 0,0 0-16 0,57 7-16 0,-57-7-432 0,0 0-96 15,72 3-16-15,-72-3 0 16,52-1-128-16,-36-1-16 0,-7 2-16 0,1 2 0 15,2-4-48-15,-1 2-16 0,4-1 0 16,2-2 0-16,2 1-160 0,-1 0 128 0,1 0-128 0,-3-1 128 0,0 1-128 0,-3 0-176 16,-3 1 48-16,-3-1 0 15,0 2-656 1,-3 0-128-16</inkml:trace>
  <inkml:trace contextRef="#ctx0" brushRef="#br0" timeOffset="49811.87">31286 7936 36863 0,'-10'-6'1632'0,"5"5"336"0,3 2-1584 0,2 1-384 0,3-1 0 0,0 0 0 0,3 2 736 0,-6-3 64 0,0 0 16 0,0 0 0 16,50 31 16-16,-50-31 0 0,0 0 0 0,61 23 0 16,-61-23-256-16,78 24-32 15,-27-10-16-15,2-1 0 0,1 0-160 0,-4-2-48 16,-7-3 0-16,-3-1 0 0,-5-2 0 0,-35-5 0 0,58 7 0 0,-37-5 0 15,-4 0 0-15,-4-1-16 16,-3 1 0-16,-6-1 0 0,-3 1-16 0,-1-1 0 16,-1 2 0-16,-5 0 0 0,-2-1 32 0,-5 3 0 0,-2 0 0 0,-4 1 0 15,-3 1-32-15,-4 2 0 0,-2 0 0 0,-2 1 0 16,4-1-16 15,0-1 0-31,2-1 0 0,1 2 0 0,2-1-80 0,3 1-32 0,2-2 0 16,2 0 0-16,3 1-160 0,1 1 0 0,3-2 0 15,1 1 0-15,4 1-848 0,3 1-112 0,-1-10 0 0,0 0-14080 0,0 0-2816 0</inkml:trace>
  <inkml:trace contextRef="#ctx0" brushRef="#br0" timeOffset="51817.17">28677 9774 2751 0,'9'1'256'0,"-7"-2"-256"0,-4 1 0 0,-1 0 0 0,3 0 272 0,0 0 16 0,1 0 0 0,-1-2 0 0,2 1-48 0,-1 1-16 15,-1 0 0-15,0 1 0 16,-1-1-224-16,-1 2-128 0,1-1 128 0,-2 1-208 0,1-1 208 0,0 2 0 16,-1-2 0-16,-1 2 0 15,1 0 0-15,0-2-128 0,0 2 128 0,0-1 0 16,2-2 0-16</inkml:trace>
  <inkml:trace contextRef="#ctx0" brushRef="#br0" timeOffset="52271.7">28687 9780 3679 0,'1'0'320'0,"-1"-2"-320"0,0 2 0 0,0 0 0 0,0 0 1184 0,2-1 160 0,1-2 48 0,-1-3 0 0,0 1 1328 0,1-1 272 0,-2 0 48 0,-1 1 16 0,1 2 0 0,-1-1 0 0,-2-1 0 0,-3 1 0 16,3 3-768-16,-3-1-160 15,3 2-16 1,-4 3-16 15,0 0-1008-31,1 1-192 0,0 2-32 0,0-1-16 0,-1 2-464 0,0 1-112 0,-1 1-16 16,0 3 0-16,-1 3-80 0,-1 2-32 0,2 4 0 0,-1 1 0 0,1 3-144 0,1 0 128 0,2 2-128 15,1 2 128-15,3-29-128 0,0 57 0 0,0-57 0 0,7 54 0 0,-7-54 0 16,0 0 0-16,24 84 0 0,-24-84 0 0,31 65 0 0,-31-65 0 16,40 60 0-16,-40-60 0 15,0 0 0-15,63 65 0 16,-63-65 128-16,0 0-128 0,64 30 176 0,-44-27 0 0,-2-5 0 0,0 0 0 0,2-4 144 0,-2-1 48 0,2-2 0 0,0-2 0 15,0-2 80 1,0-2 0-16,-1-1 16 0,0-2 0 0,-2 1 112 0,-2-3 32 16,-1 0 0-16,-7 10 0 0,-1 2 32 0,0 0 0 0,-1-2 0 15,1-3 0 1,-2-3-96 0,2-2-16-16,-2-2 0 0,-1-4 0 0,0 0-160 0,-3-1-48 0,-2 1 0 0,-2-5 0 0,-2 4-48 0,-3-7-16 0,-7-4 0 0,-7-3 0 15,-5 2-64-15,-1 4-32 0,-4 5 0 0,1 6 0 16,-1 2-160-16,2 6 0 0,3 4 144 15,1 6-144-15,3 2 0 0,6 2 0 0,1 2 0 0,1 2 128 16,0 3-128-16,2 0 0 0,3 0 0 0,1 1 0 16,2 1 0-16,-1-1-128 0,2 1 128 0,0 2 0 15,-1 3-352-15,1 0 16 0,-1 3 0 0,1 2 0 16,2-1-608 0,-1 2-112-16,2 1-32 0,2-1 0 15,1 1-256-15,1 3-64 0,0-24-16 0,6 50 0 0,-6-50-512 0,11 53-112 16</inkml:trace>
  <inkml:trace contextRef="#ctx0" brushRef="#br0" timeOffset="52584.95">29366 10243 24879 0,'2'0'1088'0,"-1"0"256"0,1 0-1088 0,-1 0-256 0,0 1 0 0,1-1 0 0,-1 2 1792 0,2-1 320 0,1 2 48 0,3 0 16 0,0 0 192 0,-1-2 64 0,0 0 0 0,-1 2 0 16,0-1-1312-16,-2-1-256 0,1 0-48 0,-3-1-16 15,2 2-160-15,-2-1-16 0,-1-1-16 0,0 0 0 16,-1 0-224-16,1 0-64 0,-1-1 0 0,-2-1 0 16,0 1-112-16,-1 0-16 0,1-1-16 0,-1-1 0 15,-1 2-176-15,3-2 0 0,-1 0 0 0,-2 1 0 16,3-3-672-16,-1 2-16 0,0-1 0 15,0 0 0-15,2 0-576 0,1-2-112 0</inkml:trace>
  <inkml:trace contextRef="#ctx0" brushRef="#br0" timeOffset="53476.66">29642 9771 3679 0,'-4'-8'320'0,"1"3"-320"0,1 2 0 0,1 1 0 0,0 0 3328 0,-1 1 608 0,1-1 112 0,-2 0 32 0,0-1 688 0,-1-1 144 15,0 1 16-15,-1 0 16 0,1 0-2640 0,1 2-512 0,1 1-128 0,0 0 0 16,1 0-896-16,-1 1-160 0,2-1-32 0,0 1-16 15,0 2-128-15,2-1-32 0,-1 1 0 0,1-2 0 16,-1 2-160-16,0-2-48 0,2 1 0 0,-1-1 0 16,-1-1-32-16,2 1-16 0,-2 2 0 0,-1-1 0 15,3-1-144-15,-2-1 128 0,1 0-128 0,-1 0 128 16,2 1-128-16,-1-1 0 0,0-1 0 0,0 1 0 16,1-1 0-16,-1-1 0 0,1 1 128 0,1-1-128 15,2 0 0-15,-2-1 0 0,3 0 0 0,-4 2 0 0,0-1 0 16,0 2 0-16,0-1 0 0,2-2 0 0,1 1 0 0,3 0 0 15,0-1 0-15,4-1 0 0,3-1 0 0,6 0 0 32,4-4 0-32,3-1 0 0,2 0 0 15,2-1 0-15,-1 3 0 16,-2-1 0-16,-2 2 0 0,-2 1 0 0,-5 1 0 0,0 1 0 0,-3-1 0 0,-1 1 0 0,2 1 0 0,-4 2 0 0,1-1 0 16,-2 2 0-16,-1-1 0 0,-2 1 0 0,-1 1 128 15,-3 1 0-15,-1 1 0 0,-2 1 0 0,-1 2 128 16,-3 1 0-16,0 1 16 0,-3 3 0 0,0 2-48 0,-3 1-16 15,2 2 0-15,-3 1 0 0,0 1-80 0,0 0-128 16,0 4 176-16,0-1-176 16,0 0 128-16,0 0-128 0,1 3 0 0,0 2 0 0,1-5 128 0,2 3-128 15,-1 0 0-15,1 0 0 0,0 0 160 0,2 0-160 16,-1-1 128-16,1-2-128 0,-1 0 160 0,2-1-160 0,0-2 192 16,0-1-192-16,0-1 192 0,0-2-192 15,0 1 192-15,0-3-192 0,2-1 208 0,-2-3-64 0,1 1-16 0,-1-1 0 16,0-2 0-16,2 0-128 0,-2-1 192 0,0-1-64 15,0 1 0-15,0-1 0 16,0-1 0-16,0 0 0 0,-2-2-128 16,2 2 160-16,0-2-160 0,0 1 160 15,0-1-160-15,0 1 0 0,0-2 144 16,0 1-144 0,0-1 0-1,0 1 0-15,0-1 0 16,-1 0 0-16,2 2 0 0,-2-2 0 15,1 0 0-15,0 0 0 32,0 1 0-32,0-1 0 0,1 2 0 0,-1-2 0 0,0 0 0 15,0 1 0-15,2-1 0 16,-2 0 0-16,1 1-336 0,0-1 16 16,1 0 0-1,-1 0 0-15,1-1-304 0,1 1-48 16,-1-1-16-1,0-1 0 1,1 2-224 0,-1-3-48-1,1 2-16-15,1-2 0 0,-1 0-224 16,2 2-32-16,-3-3-16 0,3-1-17632 0</inkml:trace>
  <inkml:trace contextRef="#ctx0" brushRef="#br0" timeOffset="53761.34">29739 10001 4607 0,'-1'2'400'0,"0"-2"-400"16,1 0 0-16,0-2 0 0,0 2 1312 0,0 0 176 0,0-1 48 0,0 1 0 0,0-2 1728 0,0 2 336 0,1-1 80 0,0 1 16 16,1-1-304-16,2 1-48 0,2-2-16 0,2 1 0 0,2-1-1312 0,4 1-272 15,2 0-48-15,3-1-16 16,4 1-848-16,2-1-192 0,2 2-16 0,2-1-16 0,0 0 0 0,0-1 0 15,-1 1 0-15,-1-2 0 0,1 0-96 0,0 0-32 16,2 0 0-16,-1-2 0 16,3 1-96-16,-20 2 0 0,0 1-16 0,-3-1 0 15,1 1-112-15,0 1-32 0,0-2 0 0,0 1 0 16,-2 1-224-16,2-1 0 31,-3 1 128-31,2 0-128 0,-2 0-256 0,0 0-112 0,-1 0-16 0,1 0 0 0,-2 1-832 0,1 0-192 0,-2 1-16 16,0-1-18672-16</inkml:trace>
  <inkml:trace contextRef="#ctx0" brushRef="#br0" timeOffset="54069.93">30590 9650 22111 0,'1'-13'976'0,"1"7"208"0,-1 2-944 0,0 0-240 0,1 2 0 16,-1 1 0-16,1 1 2272 0,-1 0 416 0,0 1 64 0,2 2 32 0,0 4-48 0,-1 4-16 16,-1 6 0-16,-1 6 0 0,0 2-1440 0,0 7-304 15,-1 1-48-15,-1 6-16 16,-1 3-96-16,0 2-32 0,1 1 0 0,-3 0 0 16,3 0-96-16,-1-1-32 0,0-3 0 0,3-41 0 15,-1 72-144-15,1-72-48 0,1 61 0 16,-1-61 0-16,4 48-240 0,-4-48-48 0,0 0-16 0,0 0 0 15,16 62-160-15,-12-51 0 0,-1-3 0 32,1-1 0-32,-1-2-816 0,0-2-144 0,-2 0-16 0,-1-3-21408 15</inkml:trace>
  <inkml:trace contextRef="#ctx1" brushRef="#br0" timeOffset="40607.17">31388 18153 0,'0'0'0,"0"0"0,0 0 31,99-64-15,14-16-1,-31 12 1,-30 14 15,-14 12-31,-4 2 16,13 4 0,8-1-16,-24 16 15,-18 7 1,-15 5-1,-26-36 1,39 25 15,3-18-31,-5-21 16,-4-19 0,-9-11-1,3-6 1,-2 3-1</inkml:trace>
  <inkml:trace contextRef="#ctx0" brushRef="#br0" timeOffset="60854.69">31049 9710 22111 0,'-2'-11'1968'0,"2"2"-1584"0,0 9-384 0,0-7 0 0,0 7 240 0,2-8-48 0,-1-2 0 0,2-5 0 0,1-7 832 0,2-3 144 0,1-2 48 0,4 2 0 16,1 1-464-16,-1 1-96 16,2 0-16-16,-1 2 0 0,1 0 80 0,-3 0 16 0,0 0 0 0,-2-1 0 31,-1 1 112-31,-1 1 32 0,-3-2 0 0,-2-1 0 0,-2-1-288 0,-3 2-48 16,-2-1-16-16,-4-1 0 0,-4 0-32 0,-4 0-16 15,-1 0 0-15,-5 1 0 0,-3 4-32 0,-4-1 0 16,-4 1 0-16,-5 1 0 0,0 0-160 0,-7 1-32 0,-1 1-16 0,-4 2 0 15,-2 0-64-15,-3 3-16 16,2 1 0-16,-3 1 0 0,3 2-32 0,-4 2-128 16,0 2 192-16,-6 3-64 31,-2 0-128-31,-1 3 0 0,2 4 0 0,-2 0 0 0,3 3 0 0,-4 2 0 0,-2 4 0 0,-5 2 0 0,-2 6 0 0,-1 2 0 0,2 2 0 16,-2 4 0-16,4 1 0 0,0 1 0 0,-1 3 0 0,2 1 0 15,2 1 0-15,6 1 0 0,5 1 144 0,6 1-144 16,4 1 160-16,3-1-32 0,4 0-128 0,2 1 192 15,2 2-48-15,5 2-16 0,4-2 0 0,1-1 0 16,5 4 0-16,1 0 0 0,5 1 0 0,4 3 0 16,3 5-128-16,4 1 0 0,4 1 144 0,1 2-144 15,4 0 0 1,4-2 0-16,2 0 0 16,3-2 0-16,-1-2 0 0,6 3 0 0,1 3 0 0,6 1 0 0,2-2-144 0,3-2 144 0,2-1-160 0,4-3 160 0,2-2-144 15,3-1 144-15,5 0-128 0,-1-2 128 0,2-5 0 16,2-2-128-16,4-2 128 31,1-5 0-31,1-4 0 0,4-1-128 0,5-3 128 0,6-5 0 0,0-2 0 0,1-3 0 0,-3-1 0 0,3-5 0 16,5-1 0-16,1-2 0 0,-4-2 0 0,4-5 0 0,1 1 0 0,0-5 0 15,-5 0 0 17,5-3 128-32,1-2-128 0,2-2 144 15,-7-1-144-15,1-3 160 0,3-5-32 0,-5-1 0 0,-3-1 0 0,-4-3 0 0,-1-1 48 0,1-3 0 0,-5-2 0 0,-1-4 0 0,3-1 32 0,-4-5 16 0,-1-1 0 0,-4-1 0 16,-6 1 0-16,-4 0 0 15,-2-2 0-15,-3 0 0 0,-3-3-16 0,-4-2 0 0,-2-2 0 0,-4-4 0 16,-5 4 48-16,-4 0 16 16,-4-4 0-16,-3 2 0 0,-2 1 176 0,-5-2 16 0,-3 0 16 15,-4-1 0-15,-2-1 160 0,-2-2 16 16,-2-2 16-16,-1 1 0 0,-2 2-32 0,0 3 0 0,-1 3 0 16,-2 3 0-1,2 3-208-15,-1 3-48 0,1 2-16 0,0 2 0 0,1 2-240 0,1 1-128 0,-1 0 128 0,2 1-128 16,0 2 0-16,-1 2-128 0,0 0 0 15,1 4 0 1,2 1-288-16,-2 1-48 0,-1 2-16 0,1 1 0 0,2 3-32 16,-3 0 0-16,3 0 0 0,-2 2 0 0,-1 1 208 0,0 0 48 0,2 1 0 0,-1 0 0 15,0 0 256-15,1 2-160 0,1 0 160 0,0 1-128 0,2 0 128 0,0 0 0 16,2 2 0-16,-1 1 128 16,2 0-128-16,2-1 192 0,-2 3-64 15,1-1 0-15,3 1-128 0,-1 2 144 0,3 0-144 0,-1 1 160 16,2 1-160-16,-1 0 0 0,1 1 0 0,0 0 0 15,0 0-192-15,0 0 0 16,0 0-16 0,0 0 0-1,0 0-224-15,0 0-32 16,0 0-16-16,0 0 0 16,0 0 80-1,0 0 16-15,0 0 0 31,0 0 0-31,0 0 96 16,0 0 32-16,0 0 0 16,0 0 0-16,0 0-96 15,34 42-16-15,-34-42 0 16,0 0 0-16,0 0-464 0,0 0-112 0,0 0-16 0,0 0-18352 0</inkml:trace>
  <inkml:trace contextRef="#ctx0" brushRef="#br0" timeOffset="63537.22">12203 6495 12895 0,'-4'3'1152'0,"-3"-1"-928"0,2 1-224 0,4 0 0 0,-1-3 1824 0,1 2 320 0,-2 0 64 0,-2 4 16 0,-1 0 672 15,3 1 144-15,3 0 32 0,4-3 0 16,5-1-1520-16,2-3-288 0,6-3-64 0,3-3-16 15,7-2-240-15,5-6-48 0,8-3-16 0,2-4 0 16,5-3-240-16,2-2-64 0,3-1 0 0,1 2 0 16,-1-2-240-16,-3 0-48 0,-1 2-16 0,-2 1 0 15,-7 4 0-15,1 0 0 16,2-1 0-16,-2 4 0 0,-5 0-48 16,2 0-16-1,1 0 0-15,1-1 0 0,2-2-64 0,0 0-16 0,2 2 0 0,-4-2 0 0,-1 2-128 0,-1 1 128 0,-4 0-128 0,-2 1 128 0,-4 1-128 0,-5 2 0 16,-2 2 0-16,-3 1 0 0,-4 0 0 0,-5 3 0 15,-1 1 0 1,-4 3 0-16,0 2 0 16,-3 0 0-16,-2-1 0 0,1 2 0 31,-2 2-384-15,0 0-16-16,-1 1 0 15,-3 3 0 1,1 0-496-1,-2 1-80-15,-1 1-32 0,-2 1-11216 0,0 2-2256 0</inkml:trace>
  <inkml:trace contextRef="#ctx0" brushRef="#br0" timeOffset="64256.38">12204 6147 2751 0,'9'-4'0'0,"-5"1"128"0,2 0-128 0,-2 2 144 0,0 0-144 0,-1 1 0 0,0-2 0 0,2 2 0 0,4-1 1920 0,2-2 368 0,0 2 64 16,-1-2 16-16,-1 3 816 0,-4 0 160 0,0 1 48 0,-5 3 0 15,-2 1-480-15,-2 2-96 0,-3 3 0 0,-3 4-16 0,-4 3-1008 0,-3 5-192 16,-4 6-32-16,-5 5-16 0,1 7-768 0,0-2-144 16,-1 0-48-16,4 0 0 15,-1 2-272-15,3-4-48 500,5-2-16-500,3-4 0 0,5-3-16 0,2-2-16 0,3 1 0 0,2-26 0 0,0 0 32 0,17 56 16 0,-17-56 0 0,0 0 0 0,0 0 48 0,55 38 16 0,-55-38 0 0,0 0 0 0,0 0 16 0,62 10 0 0,-43-10 0 0,1-3 0 0,-2 3-80 0,0-3-16 0,-1 1 0 0,3-1 0 0,1 0-128 0,3-1-128 0,-1-2 192 0,1 0-192 0,0 1 128 0,0-4-128 0,1 1 0 0,-1-1 0 0,-1 1 128 0,-1-1-128 0,1 1 0 0,-2-1 0 0,-2 1 0 16,-2 2 0-16,-3 1 0 0,-2 0 0 0,0 3-528 0,-1-1-64 0,-2 1-16 0,-2 4 0 0,0-1-416 0,-3 3-96 0</inkml:trace>
  <inkml:trace contextRef="#ctx1" brushRef="#br0" timeOffset="50510.58">14806 15450 0,'0'0'0,"0"0"15,0 0-15,0 0 16,0 0-16,0 0 16,101-34-1</inkml:trace>
  <inkml:trace contextRef="#ctx1" brushRef="#br0" timeOffset="66571.46">11643 15001 0,'0'0'0,"0"0"16,0 0-1,-59-30-15,46 16 16,13 14-16,0 0 16</inkml:trace>
  <inkml:trace contextRef="#ctx1" brushRef="#br0" timeOffset="90618.32">11923 16038 0,'0'0'0,"0"0"16,0 0-16,0 0 16,54-47-1,-41 36-15,-13 11 16,0 0-16,57-61 31</inkml:trace>
  <inkml:trace contextRef="#ctx1" brushRef="#br0" timeOffset="93209.73">11953 15250 0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T" name="resolution" value="1" units="1/dev"/>
        </inkml:channelProperties>
      </inkml:inkSource>
      <inkml:timestamp xml:id="ts0" timeString="2026-03-16T15:16:23.90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6-03-16T15:16:33.908"/>
    </inkml:context>
  </inkml:definitions>
  <inkml:trace contextRef="#ctx0" brushRef="#br0">10474 8685 0,'0'0'0,"0"0"0,0 0 0,0 0 15,0 0 1,0 0-16,61-22 16,-61 22-1,0 0-15</inkml:trace>
  <inkml:trace contextRef="#ctx1" brushRef="#br0">2703 4130 15663 0,'-3'0'1392'0,"2"0"-1120"0,1 1-272 0,0-1 0 0,0 0 944 0,-2 0 128 15,2 0 16-15,-3 0 16 0,1-1 1552 0,0 1 304 0,-1 0 64 0,2 0 16 16,1 0-1088-16,1-2-224 16,-1 2-32-16,3 0-16 0,-1 0-784 0,0-1-176 0,3 2-16 0,-1-1-16 15,0 0-208-15,-4 0-32 0,0 0-16 0,0 0 0 16,0 0-176-16,0 0-16 0,0 0-16 0,0 0 0 16,0 0-80-16,61 9-16 0,-61-9 0 0,0 0 0 15,0 0-128-15,0 0 160 0,61 1-160 0,-61-1 160 16,0 0-160-16,0 0 128 0,55-1-128 515,-55 1 128-515,0 0-128 0,0 0 128 0,56-1-128 0,-56 1 128 0,0 0-128 16,0 0 128-16,61-6-128 0,-61 6 128 0,0 0-128 0,0 0 160 0,62-11-160 0,-62 11 160 0,0 0-160 0,0 0 128 0,59-9-128 0,-59 9 128 0,0 0-128 0,0 0 0 0,60-1 144 0,-60 1-144 0,0 0 128 0,0 0-128 0,0 0 128 0,63 7-128 0,-63-7 128 0,0 0-128 0,0 0 160 0,0 0-160 0,0 0 176 0,58 8-176 0,-58-8 192 0,0 0-192 0,0 0 192 0,0 0-192 0,0 0 192 0,0 0-192 0,0 0 208 0,0 0-64 0,0 0-16 0,0 0 0 0,0 0-128 0,0 0 192 0,0 0-192 0,0 0 192 0,0 0-192 0,0 0 128 0,0 0-128 0,0 0 128 0,0 0-128 0,0 0 0 0,0 0 0 0,0 0 128 0,0 0-128 0,0 0 0 0,0 0 0 0,0 0 0 0,0 0 0 0,0 0 0 0,0 20 0 0,-7-17 0 0,1 1-496 0,-1 0-80 0,0 2 0 0,0 1-12672 0,0-1-2544 0</inkml:trace>
  <inkml:trace contextRef="#ctx1" brushRef="#br0" timeOffset="2210.07">4904 3385 2751 0,'0'0'256'0,"-2"0"-256"16,2 0 0-16,-1 0 0 0,1 0 848 0,0 0 128 0,-2 0 32 0,0 2 0 0,0-2 768 0,-1 0 144 15,1 1 48-15,0 1 0 0,-1-2 208 0,1 1 64 0,-1-1 0 0,0 1 0 16,0-1-176-16,0 0-16 0,-1 2-16 16,-2-2 0-16,2 0-400 0,0 0-80 0,-2 1-16 0,-1-1 0 15,0 2-432-15,0-1-80 0,-1-1-32 0,-2 2 0 16,-2-2-256-16,1 1-48 0,-2-1-16 0,-1 0 0 16,2 0-272-16,-4 0-48 0,-1 0-16 0,-1-1 0 15,-4 1-80 1,1 0-32-16,-1-2 0 15,-2 2 0-15,0 0-32 0,-2 0 0 0,-1 0 0 0,3 0 0 0,3 2-16 0,-1-2-16 16,-2 0 0-16,-2-2 0 0,-1 1-32 0,0-1-128 0,3 1 192 0,0-2-64 16,-1 0-128-16,1 0 0 0,-1 1 144 0,1-3-144 0,0 2 128 15,1 1-128-15,0 0 128 0,2 1-128 16,-1 2 144-16,0 1-144 0,5 0 192 16,0 1-192-16,0 0 192 15,1 1-64-15,1 1 0 0,3-3-128 0,0 3 144 0,1-2-144 0,0 1 0 0,1-1 144 16,1 1-144-16,1 0 0 0,1-1 0 0,1 0 0 0,2 0 0 0,0-1 0 15,0 0 0 1,-1 1 0-16,4-1 0 31,-1 0 0-31,1 1 0 0,1-2 0 0,1 2 0 0,1 0 0 0,-1-2 0 16,1 1 0-16,1 0 0 0,-1 0 0 0,4-1 0 0,-2 1 0 0,2-1 0 0,1 0 0 0,-7-1 0 0,0 0 0 0,0 0 0 16,0 0 0-1,0 0 0-15,65 16 0 16,-65-16 0-1,0 0 0 1,0 0 0-16,63 24 0 0,-63-24 0 0,0 0 0 0,0 0 0 16,68 30 0-16,-68-30 0 0,0 0 0 15,0 0 0-15,65 28 0 0,-65-28 0 0,0 0 0 0,0 0 0 0,61 35 0 0,-61-35 0 0,0 0 0 0,0 0 0 0,54 43 0 0,-54-43 784 0,0 0 176 0,0 0 48 16,49 49 0-16,-49-49-1616 0,0 0-320 0,0 0-64 0,50 52-16 0,-50-52 816 0,0 0 192 0,0 0 0 0,48 37 0 0,-48-37 0 16,0 0 0-16,0 0 0 0,0 0 0 0,60 37 0 15,-60-37 0 1,0 0 0-1,0 0 0-15,0 0 0 0,58 27 0 16,-58-27 0 15,0 0 0-31,0 0 0 16,0 0 0-16,0 0 0 0,0 0 0 0,0 0 0 0,0 0 0 0,51 38 0 0,-49-33 0 16,-1 0 0-16,-1 0 0 0,0 1 0 0,-3 0 0 0,2-1 0 0,-4 2 0 0,3 0 0 0,-3 0 0 0,0 2 0 0,-1-2 0 0,0 0 160 0,1 0-160 0,-4 0 128 0,1 2-128 0,-3-1 0 0,-1 2 128 15,1 0-128 1,-3 1 0-16,0 1 0 0,-2-1 128 0,-1 2-128 0,-1 1 0 0,-1 0 0 15,1 0 0-15,1 1 0 0,0 0 0 0,-1 2 0 16,-1-2 0 0,3 1 0-16,0-2 0 0,0 1 0 0,1 2 0 0,-2 0 0 0,0 3 0 0,0 1 0 15,0 0 0-15,4-4 0 0,1 0 0 0,0 2 0 16,0 0 0-16,0 3 0 0,1-1 0 0,0 0 0 16,-1-1 0-16,3 1 0 0,-1-3 0 0,1 1 0 15,1-2 0 1,-1-3 0-16,2 0 0 0,0-1 0 0,0-2 0 0,1 2 0 0,1-2 0 0,-1-3 0 0,2 1 0 0,-2 1 0 0,2-3 0 15,-2 1 0 1,2 1 0-16,0-2 0 0,0 0 0 0,1 0 0 0,-1 0 0 0,-1 0 0 0,1 0 0 16,1-1 0-16,-1-1 0 0,1 1 0 15,0-2 0-15,1 1 0 0,-1-3 0 0,1 3 0 0,-1-3 0 16,2 1 0-16,0 0 0 0,-1 0 0 0,1-2 0 0,-1 2 0 16,1-1 0-1,1 0 0 1,-1 0 0-16,-1 1 0 0,2-2 0 15,-1 2 0-15,1 0 0 16,0 0 128-16,0-1-128 0,-2 1 0 0,2-1 0 0,0-1 0 0,0 0 0 0,2 1 0 0,-2-1 0 0,1 1 0 0,1-2 0 0,-1 0 0 0,0 0 0 0,2 0 0 16,-1-2 0 15,0 2 0-31,1-1 0 31,0-1 0-31,1 1 0 0,2 0 0 0,0-1 0 0,-1 1 0 0,2-2 0 0,2 0 0 0,-1 0 0 0,-8 3 0 0,0 0 0 16,0 0 0-16,0 0 0 0,57-12 0 0,-57 12 0 0,0 0 0 0,0 0 0 0,66-13 0 0,-66 13 0 15,0 0 0-15,0 0 0 16,65-16 0-16,-65 16 0 0,0 0 0 0,52-14 0 0,-52 14 0 0,0 0 0 0,64-15 0 0,-64 15 0 0,0 0 128 0,64-13-128 0,-64 13 0 16,0 0 0-16,62-6 0 0,-62 6 0 0,0 0 0 15,69 0 0 1,-69 0 0 0,0 0 0-16,72 7 0 0,-72-7 0 15,0 0 0-15,66 6 0 0,-66-6 0 0,0 0 0 0,0 0 0 0,78 3 0 0,-78-3 0 0,0 0 0 0,0 0 0 0,68-2 0 0,-68 2 0 16,0 0 0-1,0 0 0-15,58-5 0 32,-58 5 0-32,0 0 192 0,0 0-192 0,0 0 192 15,0 0-32-15,0 0 0 0,56-7 0 0,-51 7 0 0,-3-2-160 0,0 2 192 0,1 0-192 0,-2 0 192 0,-1 0-192 0,0 0 0 0,0 0 0 0,-3 0 0 0,2 0 0 16,-3 0 0-16,1-1 0 16,-1 1 0-16,-1 1-800 0,0-1-32 0,-1 0-16 0,-1 2-19312 15</inkml:trace>
  <inkml:trace contextRef="#ctx0" brushRef="#br0" timeOffset="12888.96">8112 10477 0,'0'0'0,"0"0"15,0 0 1,0 0 0,0 0-1,0 0 1,0 0-1,0 0 1,0 0 0,-54 16-1,36 4 1,-56 14-16</inkml:trace>
  <inkml:trace contextRef="#ctx1" brushRef="#br0" timeOffset="4794.68">5651 3871 17503 0,'-1'2'1552'0,"1"-1"-1232"0,0 1-320 0,0-2 0 0,0 1 448 0,0 0 48 0,1 4 0 0,0 2 0 15,-1 5 1472-15,0 1 288 0,2 6 64 0,-2-1 16 16,3 3-1248-16,-2 0-240 0,-1-21-48 0,10 47-16 0,-10-47-256 16,17 44-48-16,-17-44-16 0,0 0 0 0,35 48-80 0,-35-48-32 15,0 0 0-15,0 0 0 0,64 36-96 0,-64-36 0 16,0 0-16-16,0 0 0 0,61 10-16 0,-61-10 0 15,0 0 0-15,0 0 0 0,48-14 128 0,-40 9 32 16,-1-2 0-16,0-2 0 531,-1 1 192-531,-1-4 32 0,0 1 16 0,-1-2 0 0,-1 1-48 0,0-3 0 0,-1 1 0 0,-2-3 0 0,0 3-192 0,0-3-32 0,-1 0-16 0,0 0 0 0,-1 0-32 0,1 2-16 0,-1-2 0 0,0 3 0 0,0 2-64 0,1 1-16 0,-1 1 0 0,1 2 0 0,-1 1-80 0,2 1 0 0,-1 3-128 0,1 2 192 0,0 1-192 0,1 3 176 0,-1 2-176 0,2 4 160 0,-1 2-160 0,1 5 0 0,-1 3 0 0,1 4 128 0,0 4-128 0,0 1 0 0,-2 6 0 0,1 1 0 0,1 1 0 0,-1-1 0 0,0 2 0 0,2-3 0 0,0-3 0 0,0 1 0 0,1 3 0 0,0 1-176 0,2-2-32 0,-2-3-16 0,-1-3 0 0,0-3 0 0,0-1 224 0,-2-1 0 0,1-2-160 0,-2-1 160 0,1-3 0 0,-4 0 0 0,0-1 0 0,-1-2 0 0,0-2 0 0,-2 1 0 0,2-2 0 0,-3-1 0 0,0 0 176 0,0 0 0 0,1-4 0 0,-2-1 0 0,-1 0 64 0,1-3 16 0,-4 4 0 0,1-3 0 0,0 0 48 0,-1 0 16 0,3-2 0 0,-3 0 0 0,0 1-32 0,-3-4 0 0,3 0 0 0,0-1 0 0,0 1-160 0,2-3-128 0,0 0 192 0,0-2-192 0,3 2 0 0,-1-2 0 0,2-2 0 0,2 1 0 0,1-1-576 0,3 1-128 0,1-2-32 0,2 0-19648 0</inkml:trace>
  <inkml:trace contextRef="#ctx1" brushRef="#br0" timeOffset="5859.29">6675 4600 23951 0,'0'0'2128'0,"0"0"-1696"0,0 0-432 0,-1 0 0 0,-1 0 1488 0,1 0 224 15,-2 0 32-15,0-1 16 0,-2 1 1008 0,-1 0 208 0,2 1 32 0,1-1 16 16,0 2-2064-16,0-2-400 0,2 0-96 0,-1-2-16 15,2 2-256-15,-1-1-64 0,1 1-128 0,-1 0 192 16,1 0-192-16,0 0 0 0,0-1 0 0,0 1 0 16,0-2-416-1,0 2-80-15,0-1-16 0,1 1-18144 0</inkml:trace>
  <inkml:trace contextRef="#ctx1" brushRef="#br0" timeOffset="7609.05">7363 3628 7359 0,'0'3'656'0,"0"1"-528"0,0 1-128 0,0-3 0 16,0 1 1280-16,0 2 208 0,0 4 48 0,0 6 16 0,0 3 1136 0,-1 2 240 0,1 2 32 0,-2 2 16 15,1 0-336-15,-2 2-64 16,2 1-16-16,-2-1 0 0,0 1-864 0,-1 0-176 0,2 3-48 0,-2 1 0 16,0 1-560-16,0-1-112 0,-1-1-32 0,3-2 0 15,0-2-448-15,-1-1-80 16,1 5-32-16,-1-2 0 0,1 0-80 0,2-2 0 0,0-5-128 516,0 0 192-516,2 3-64 0,-2-24-128 0,5 47 176 0,-5-47-176 0,9 44 208 0,-9-44-64 0,0 0-16 0,17 56 0 0,-17-56 0 0,0 0 0 0,0 0 0 0,22 54 0 0,-22-54 16 0,0 0 0 0,0 0 0 15,0 0 0-15,0 0-144 0,0 0 192 0,55 38-192 0,-55-38 192 0,0 0-192 0,0 0 128 0,0 0-128 0,0 0 128 0,0 0-128 0,57 4 0 0,-50-4 0 0,0 0 0 0,0 0 0 0,-1-1 0 0,-1-2 0 0,1-1 0 0,-2-2 0 16,1 2-256-16,-3 1 64 0,1 0 16 0,1-1-400 0,-2 1-64 0,1-1-32 0,-3 0-11920 0,0 1-2384 0</inkml:trace>
  <inkml:trace contextRef="#ctx1" brushRef="#br0" timeOffset="7927.91">7876 4482 8287 0,'4'-5'368'0,"-2"3"80"0,0-1-448 0,1 0 0 0,-1 2 0 0,-1-1 0 0,0 1 1424 0,2-2 208 0,2-1 32 0,-1-2 16 0,1-1 512 0,1-2 112 0,0 1 0 0,-2-2 16 16,-1 2-80-16,0-2 0 0,-1 0-16 0,0 0 0 0,-2 3-432 0,1-2-96 0,-2 0-16 0,-1-3 0 0,1 2-576 0,-2-1-112 0,-1 0-32 0,-2-2 0 0,-1 2-464 0,-1-2-112 0,-1 3 0 0,-2 0-16 0,1 3-160 0,-1 2-16 0,-5 2-16 0,-1 0 0 0,-1 4-176 0,0 2 160 0,-1 3-160 0,2-1 160 0,-1 5-160 0,1 2 0 0,-1 0 0 0,1 4 0 15,2-1 0-15,3 2 0 0,3-3 0 16,4 2 0-16,-1 1 0 0,2 1 0 0,2 4 0 0,2-1 0 0,3 0-256 16,0-1 64-16,1-2 0 15,-4-18 16 1,0 0 0-16,24 47 0 0,-24-47 0 0,0 0 0 0,0 0-16 0,50 41-16 15,-50-41 0-15,0 0 0 0,0 0 64 16,0 0 16-16,70 11 0 0,-70-11 0 0,0 0 128 0,44-10-192 0,-31 4 192 0,0 1-192 16,-4-1 192-16,1 0 0 0,0 1 0 15,0-1 0-15,-1-1 0 0,0-1 144 0,1 1-16 0,-1-2-128 0,-1 2 320 16,-1 0-32-16,2 0-16 0,-4 0 0 0,0 1-48 31,0-1-16-31,0 0 0 0,-3 0 0 0,1-2 16 16,0 2 0-16,-1 0 0 0,-1 0 0 0,0 2 16 0,-1-2 0 0,0 0 0 0,-1-2 0 15,0-1-80-15,-1 0-16 0,-1 0 0 0,-1 0 0 0,0 3-144 0,0-1 160 0,-2 1-160 16,0 0 160-16,-1 0-160 0,0 0 0 0,1 2 0 16,-1 0 0-1,-1 1-480-15,-2-1-32 0,-1 1 0 16,-2 0 0-16,0 1-896 0,1 0-176 0,0 0-32 0,2 2-9888 0,5 1-1968 0</inkml:trace>
  <inkml:trace contextRef="#ctx1" brushRef="#br0" timeOffset="8835.24">8392 4398 911 0,'7'-5'0'0,"-5"0"0"0,1 1 0 0,-1 0 0 0,-2 1 2176 0,0 2 336 0,1-2 80 15,0-3 16-15,1-2 1232 0,1-4 256 0,-2-2 64 0,-1-1 0 16,0 1-1040-16,-3 1-208 0,0 0-32 0,-4 1-16 15,0-1-1152-15,-3 3-240 0,-1 3-32 0,-2 0-16 16,-2 1-800-16,-3 2-176 0,-1 1-16 0,1 2-16 0,-3 1-160 0,-1 4-48 16,4 0 0-16,1 3 0 0,-1 2-208 0,-1 2 0 15,7 0 128-15,0 3-128 0,2 2 0 0,3 2 0 16,0 2 0-16,3 0 0 516,1-3 0-516,3 1 0 0,0 2 0 0,3-2-160 0,-3-18-48 0,0 0-16 0,0 0 0 0,28 54 0 0,-28-54 16 0,0 0 0 0,0 0 0 0,0 0 0 0,0 0 208 0,72 24-176 0,-60-28 176 0,-1 0-160 0,-1-2 160 0,1-1 0 0,2-2 0 0,-2 1 0 0,2-2 0 0,-2 0 0 0,-1 2 0 0,-3 1 0 0,-1 0 160 0,0-1-32 0,1 1-128 0,-2-3 192 0,2 2 0 0,0 0-16 0,-1 2 0 0,0 0 0 0,-1 3 48 0,0 3 16 0,0 2 0 0,1 2 0 0,-6-4-96 0,0 0-16 0,0 0 0 0,25 54 0 0,-25-54-128 0,16 53 0 0,-16-53 0 0,17 68 128 0,-9-30-128 0,-1 2 0 0,-1 1 0 0,0-2 0 0,-2 2 0 0,-1-1 0 0,-2 0 0 0,0-2 0 0,-1 0 0 0,-1-1-224 0,0 1 80 0,-4-2 16 0,3 1 128 0,-5-3-160 0,1-1 160 0,-3-4-160 15,2-2 160-15,-1-3 0 0,-1-3 0 0,1-1 0 0,-1-3 0 0,1-1 0 0,-1-1 0 0,4-4 0 0,-1-1 160 0,1-3 16 0,0-1 0 0,1-3 0 0,0 0 32 0,0-5 16 0,-1 1 0 0,0-5 0 0,-1-1 64 0,0-3 16 0,1 0 0 0,-1-4 0 0,0-1 80 0,2-5 32 0,-1-3 0 0,0-2 0 0,4-1-32 0,-2-2 0 0,3 0 0 0,-1-2 0 0,2 3-80 0,0 1-32 0,1 3 0 0,1 2 0 0,-2 2-48 0,3 1-16 0,1 3 0 0,2-1 0 0,0 2-80 0,0 1-128 0,0 0 176 0,0 5-176 0,-1-2 0 0,-1 3 0 0,1-1 0 0,-2 2 0 0,0-1-384 0,-1 1-144 0,0 2-32 0,-2 1 0 0,-1 0-752 0,-1 0-160 0</inkml:trace>
  <inkml:trace contextRef="#ctx1" brushRef="#br0" timeOffset="9426.45">9054 3657 11055 0,'-1'0'976'0,"-2"0"-784"15,0 0-192-15,2 0 0 0,-1 1 1248 0,-2 0 208 0,-2 1 32 0,-4 4 16 0,-5 2 1632 0,-4 5 320 0,-3 5 64 0,1 6 0 16,0 3-1104-16,-1 3-240 0,-2 8-32 0,2 7-16 16,-1 7-1120-16,2 3-240 0,4 2-32 0,3-5-16 15,4 0-272-15,3-5-64 0,5-3-16 0,2-7 0 16,3-8-176-16,-3-29-16 0,14 62-16 0,-14-62 0 15,26 58 32-15,-26-58 0 0,30 50 0 32,-30-50 0-32,0 0 16 0,43 60 16 0,-43-60 0 15,0 0 0-15,0 0 0 0,50 54 0 0,-50-54 0 0,0 0 0 0,0 0-32 0,0 0-16 0,0 0 0 0,60 38 0 16,-60-38-176-16,0 0 192 0,0 0-192 16,0 0 192-1,0 0-192 1,0 0 0 15,0 0 0-31,0 0 128 16,0 0-128-16,56 0-272 15,-54-4 64 1,0-2 16-16,-1 1-1056 0,2-4-208 0</inkml:trace>
  <inkml:trace contextRef="#ctx1" brushRef="#br0" timeOffset="10393.77">9370 3905 11967 0,'-2'-7'1072'0,"0"4"-864"0,1 1-208 0,1 0 0 0,-2 1 448 0,2 1 64 0,0 0 0 0,0 1 0 0,0 1 1792 0,0 2 384 0,0 3 64 0,2 4 0 16,-2-11-256-16,7 38-48 0,-4-14-16 0,-3-24 0 15,7 58-896-15,-4-27-176 0,1 0-32 0,-1-2-16 16,0-1-512-16,-3-28-96 0,7 56-32 0,-5-29 0 16,-2-27-352-16,10 44-80 15,-10-44-16-15,0 0 0 0,12 50-224 0,-10-39 176 0,1-1-176 0,-1 0 160 16,0-1-160-16,0 1 160 15,1 0-160-15,-2-1 160 0,1-2-160 0,-2 0 0 516,1 0 144-516,-1-3-144 0,0-1 0 0,0 0 0 0,0-2 0 0,0-1 128 0,0 0-128 0,0 0 0 0,0-1 0 0,0-2 0 0,0 0 128 0,-1-2-128 0,-1-3 128 0,1 0-128 0,-2-1 128 0,0 0-128 0,-1-4 128 0,0-1-128 0,1 1 144 0,-3-1-144 0,0-4 192 0,-1-4-192 0,0 0 240 0,-1-4-64 0,1 2-16 0,-2-1 0 0,1-2-32 0,1-1-128 0,0 0 192 0,0-1-64 0,4 1-128 0,0 1 160 0,3 2-160 0,0 1 160 0,3 1-160 0,2 1 0 0,3 0 0 0,1 3 0 0,4-1 0 0,1 0 0 0,2 2 0 0,1-1 0 0,1 4 0 0,2-1 0 0,3 3 0 0,-1 2 0 0,2 3 0 0,-3 1 0 0,-21 7 0 0,0 0 0 0,55-2 0 0,-55 2 0 0,0 0 0 0,0 0 0 0,72 41 0 0,-72-41 0 0,0 0 0 0,36 58 0 0,-36-58 0 0,14 48 0 0,-13-24 0 0,-2-1 0 0,-2-1 128 0,-5 0-128 16,-2-3 128-16,-3-2-128 0,-3 2 144 0,-1-5-144 0,-1 0 160 0,-2-1-160 0,1-1 160 0,-3-2-160 0,3-1 160 0,0-1-160 0,2-1 256 0,2-3-32 0,2 1-16 0,2-2 0 0,4-3-208 0,1 0 176 0,2-2-176 0,1-1 160 0,2 0-320 0,1-1-64 0,0 1-16 0,1-2 0 0,3 1-400 0,0-2-96 0,2-1-16 0,1-2-11968 0,2 1-2384 0</inkml:trace>
  <inkml:trace contextRef="#ctx1" brushRef="#br0" timeOffset="10805.93">9832 3596 16575 0,'3'4'1472'0,"1"0"-1168"0,-1 1-304 0,0-1 0 0,0 0 928 0,4 3 128 0,-7-7 32 0,0 0 0 0,54 59 1040 0,-54-59 224 16,60 67 32-16,-60-67 16 0,64 66-640 0,-64-66-128 15,57 65-32-15,-57-65 0 16,45 61-368-16,-45-61-80 0,34 58 0 0,-34-58-16 0,21 52-352 0,-21-52-64 16,11 45-16-16,-11-45 0 0,6 43-240 15,-6-25-48-15,0 1-16 0,-3-3 0 0,2 3-80 0,-4-4-32 16,1 1 0-16,0-3 0 0,1-2-16 0,-1 0 0 15,1 1 0 17,0-3 0-32,0 0-272 0,-1-1 0 0,0-2 0 0,0 0 0 15,-1-3-464-15,0-1-112 0,0 1 0 0,1-3-18816 0</inkml:trace>
  <inkml:trace contextRef="#ctx1" brushRef="#br0" timeOffset="11490.5">6102 4898 21183 0,'1'2'1888'0,"0"-1"-1504"0,1 1-384 0,-2-1 0 0,1 2 1280 0,-1 1 192 0,3 5 48 0,0 2 0 0,-3-11 784 0,10 41 144 0,-10-41 48 0,10 51 0 16,-10-51-1248-16,7 51-240 0,-7-51-48 0,7 45-16 15,-6-27-304-15,-1-18-48 0,4 33-16 0,-2-21 0 16,-1 0-256-16,1-2-48 0,-2-2-16 0,0-1 0 16,0-1-128-16,-2-1-128 0,2 1 192 0,-1-2-192 15,-2-1 128-15,2 0-128 0,-1 0 0 0,1-2 0 16,1 1 0-16,-2-1 0 0,1-1 0 0,1-1-144 16,1-1-880-16,-1-1-160 0,2-1-32 0,-1 0-16320 15</inkml:trace>
  <inkml:trace contextRef="#ctx1" brushRef="#br0" timeOffset="11857.92">6332 4951 22111 0,'-4'10'976'0,"1"-5"208"0,0 1-944 0,0-2-240 0,0 2 0 0,1-2 0 0,-3 2 1664 0,-2 2 304 0,-4 6 48 16,-3 6 16-1,-2 1-464-15,-1 0-96 0,0-2 0 0,2-2-16 0,1-2-448 0,1-3-96 0,5-3-16 0,0 0 0 16,4-3-144-16,3-4-48 0,-1 0 0 0,4-2 0 16,-1 0-384-16,3 0-96 0,2-2-16 0,1 0 0 15,3-1-208-15,0-1 144 0,1-1-144 0,1 2 128 16,-12 3-128-16,0 0 0 0,46-8 144 0,-46 8-144 16,0 0 192-16,67 1-48 15,-67-1 0-15,0 0 0 0,63 17 64 0,-63-17 16 0,0 0 0 31,0 0 0-31,65 37 64 0,-65-37 16 0,0 0 0 0,0 0 0 0,0 0-64 0,48 41-16 16,-48-41 0 0,0 0 0-1,0 0-80-15,0 0-16 0,0 0 0 0,0 0 0 0,0 0-128 0,0 0 0 0,0 0 0 0,31 48 0 16,-31-45-320 15,0 0-160-31,0 0-32 0,0-1-19120 16</inkml:trace>
  <inkml:trace contextRef="#ctx1" brushRef="#br0" timeOffset="12698.03">10188 4614 15663 0,'0'0'1392'0,"0"2"-1120"0,0 1-272 0,0 0 0 0,2-1 960 0,-1 3 144 0,1 0 32 0,-1 7 0 0,-1-12 912 0,0 0 192 15,11 55 48-15,-11-55 0 0,9 43-560 0,-9-43-96 16,8 44-32-16,-8-44 0 0,9 44-688 0,-9-44-144 15,5 37-16-15,-3-25-16 0,-1 3-48 0,1-3-16 0,-1 0 0 0,-1-2 0 16,0-2-192-16,-1 0-32 0,-1-2-16 0,1 0 0 16,1-1-240-16,-2 0-32 0,1-3-16 0,0 0 0 15,-1-2-400-15,2 0-64 0,-1-2-32 0,1 0-11552 16,1 0-2320-16</inkml:trace>
  <inkml:trace contextRef="#ctx1" brushRef="#br0" timeOffset="13050.38">10458 4561 16575 0,'-1'-2'1472'0,"-1"2"-1168"0,1 0-304 0,-2 0 0 0,3 2 1232 0,-4-1 192 16,-5 3 48-16,-5 4 0 0,-7 4 896 0,-3 5 176 16,-1 2 32-16,2-1 16 0,2 0-1408 0,1-1-288 15,2 0-48-15,2-3-16 0,5-1-64 0,2-2 0 16,4-1-16-16,2-1 0 0,2-1-208 0,2-1-32 15,2-1-16-15,2-2 0 0,-5-4-224 0,0 0-32 16,0 0-16-16,0 0 0 0,63 20 32 0,-63-20 0 16,0 0 0-16,0 0 0 0,76 11 0 15,-76-11 0-15,0 0 0 0,76 13 0 0,-76-13-16 16,0 0 0-16,62 15 0 0,-62-15 0 0,0 0 64 0,0 0 16 0,71 40 0 0,-71-40 0 16,0 0 0-16,0 0 16 15,0 0 0-15,51 52 0 0,-51-52-48 0,0 0-16 16,0 0 0-16,0 0 0 15,22 53-32-15,-20-46-16 32,-1-2 0-32,-1 1 0 0,0-2-224 0,0-1 128 0,-1 0-128 0,1-2 0 0,-2-1-224 0,2 0-144 0,-1 0-16 15,1-1-13168-15,-1-1-2624 0</inkml:trace>
  <inkml:trace contextRef="#ctx1" brushRef="#br0" timeOffset="15439.21">16161 1645 3679 0,'0'-2'320'0,"0"1"-320"0,0 1 0 0,0-1 0 15,0 1 1376-15,0 0 208 0,1-2 32 0,-1-1 16 0,2 2 1056 0,-2 0 192 0,0-1 64 16,-2 2 0-16,2 2-32 0,-2-1 0 16,0 0 0-16,-1 2 0 0,1 0-672 0,-1 1-128 0,0 1-16 0,0 0-16 15,0 2-960-15,3-7-192 0,0 0-32 0,0 0-16 16,-3 40-480-16,3-40-80 0,0 0-32 0,5 51 0 15,-5-51-48-15,0 0-16 16,11 63 0-16,-11-63 0 0,0 0-32 0,7 67 0 16,-7-67 0-16,4 49 0 0,-4-49 16 0,3 59 0 15,-3-59 0-15,2 60 0 0,-2-60-16 0,2 73 0 0,-2-73 0 0,5 81 0 16,-3-37-64-16,0-2 0 0,1 2-128 0,-3-44 192 16,5 80-192-16,-5-80 128 0,5 69-128 0,-5-69 0 0,7 77 0 15,-7-77 128-15,5 79-128 0,-5-79 0 16,6 79 0-1,-3-37 0-15,0 2 0 0,-1 1 0 0,0 5 0 0,-1-4 0 16,-1 1 128-16,0-3-128 0,0 1 0 0,0-3 176 0,2 2-176 0,-4 1 160 0,1 5-32 0,-1-1-128 16,2 2 192-16,-1-1-64 0,-2 3-128 0,0 0 192 15,0-3-192-15,1 3 192 0,-3-2-192 0,3-2 192 16,-1 3-192-16,-1 3 192 16,-1 3-192-16,0 0 160 0,0 2-160 31,-2-1 160-31,3-1-160 0,-2-2 192 0,2-2-192 0,0 1 192 0,0 2-192 0,0 1 160 0,-2-2-160 0,0 2 160 0,1 0-160 15,0 0 128-15,3-3-128 0,-3-1 128 16,1 1-128-16,-2 0 160 0,2 3-160 0,1-3 160 0,0-4-160 0,-1 4 128 0,1 7-128 0,-1 0 128 16,1-4-128-16,-1-1 0 0,-2 0 0 15,2-1 128 1,0-4-128-16,-2 4 0 0,1 7 0 0,-2-1 128 0,0 1-128 16,1-2 0-16,0-2 0 0,1 1 128 15,0-1-128-15,1 0 0 0,0 3 0 0,0-1 128 0,1-3-128 0,-3 0 0 0,2 0 144 0,-2-1-144 16,1-9 0-1,0 5 0-15,-2 7 0 0,2-1 0 0,-1-5 0 0,0 5 0 0,-1 6 0 0,0 1 128 0,2-4-128 16,-1-1 0 0,-1-1 0-16,1-1 0 0,-1 2 0 0,2 1 0 15,-1-1 0-15,0-1 0 0,3-2 0 0,1-3 0 0,-1-2 0 0,0-3 0 0,-1-3 0 32,1 3 0-32,0 3 0 0,0 4 0 0,0 1 0 0,1-2 0 0,0 1 0 15,-1-5 0-15,2-1 0 0,-2-3 0 0,2 1 0 0,-2-1 128 0,0-1-128 16,-1 2 0-16,1 4 0 0,0-1 0 15,0-3 0-15,2 1 0 0,-2 1 0 0,0-3 128 0,2-2-128 0,-2-2 0 0,2 0 0 32,1 1 128-32,-2 0-128 0,1 2 0 0,1-6 0 15,1 1 0-15,1 5 0 16,0-2 0-16,3-1 0 0,-1-2 0 0,-4-42 0 0,10 79 0 0,-10-79 0 0,11 71 0 0,-11-71 0 16,9 66 0-16,-9-66 0 0,8 77 0 0,-8-77 0 0,7 72 0 0,-4-33 0 0,1 2 0 15,2 0 0-15,-1 0 0 0,1 2 0 0,-6-43 0 16,9 72 0-16,-9-72 0 0,7 69 0 15,-7-69 0-15,7 68 0 47,-7-68 0-31,7 72 0-16,-7-72 0 0,7 69 0 0,-7-69 0 0,6 64 0 0,-6-64 0 0,5 62 0 0,-5-62 0 0,6 63 0 0,-6-63 0 0,5 61 0 0,-5-61 0 0,6 57 0 0,-6-57 0 0,6 52 0 0,-6-52 0 16,4 54 0 15,-4-54 128-16,4 57-128 1,-4-57 0-16,4 54 0 0,-4-54 0 0,3 51 0 0,-3-51 0 0,3 51 0 0,-3-51 0 0,3 51 0 0,-3-51 0 0,1 49 0 0,-1-49 0 16,0 47 0-16,0-47 0 0,0 45 0 0,0-45 0 0,-2 41 0 0,2-41 0 0,-2 35 0 0,2-35 128 0,0 0-128 0,2 50 128 0,-2-50-128 15,0 0 128-15,2 44-128 0,-2-44 176 16,0 0-176-16,5 39 192 0,-5-39-192 16,0 0 160-16,0 0-160 0,7 44 160 0,-7-44-160 0,0 0 160 0,0 0-160 15,0 0 160 1,10 44-160-16,-10-44 0 0,0 0 0 0,0 0 128 0,0 0-128 0,0 0 0 0,0 0 0 0,0 0 0 15,0 0 0-15,0 0 0 16,0 0 0-16,0 0 0 0,0 0-400 16,0 0-16-16,0 0 0 15,-6 0 0-15,3-12-672 32,2-2-144-32,-1-3-32 0,4-4-19696 0</inkml:trace>
  <inkml:trace contextRef="#ctx1" brushRef="#br0" timeOffset="17673.45">16129 1516 9215 0,'-3'2'816'0,"1"-1"-656"0,1 1-160 0,1-2 0 0,0 0 928 0,0 1 160 0,-1 0 16 0,-1 1 16 16,2 1 1408-16,0 1 288 0,3 0 48 0,1-1 16 15,-4-3-736-15,0 0-144 0,0 0-16 0,0 0-16 16,0 0-432-16,64 11-64 0,-64-11-32 0,0 0 0 16,0 0-448-16,65 4-96 0,-65-4 0 0,0 0-16 15,55 3-368-15,-55-3-64 0,0 0 0 0,62 2-16 16,-62-2-208-16,0 0-32 0,64 1-16 16,-64-1 0-16,43 0-176 0,-43 0 128 0,46 0-128 0,-46 0 128 15,46-3-128-15,-46 3 160 0,45-4-160 16,-45 4 160-1,43-4-160-15,-43 4 160 0,42-6-160 0,-42 6 160 0,44-6-160 0,-44 6 192 0,42-5-192 0,-42 5 192 0,38-7-192 16,-38 7 192-16,34-6-192 16,-34 6 192-16,34-7-192 0,-34 7 128 0,36-8-128 0,-36 8 128 0,32-9-128 15,-32 9 128 1,27-8-128-16,-16 3 128 0,-2 3-128 0,1-3 160 0,-2 3-160 0,0-1 160 0,-2 0-32 0,1 0-128 16,2 0 192-16,-2-1-64 0,0 3-128 0,0-1 128 15,0 1-128-15,0-1 128 0,-1 1-128 0,2 1 0 0,1-2 144 16,-1 2-144-16,1 0 0 0,-1 2 128 0,-1-1-128 15,2-1 0 1,-2 2 0-16,0 1 0 0,0-2 0 0,-2 2 128 16,1 0-128-16,0 1 0 0,1 0 128 0,-2 2-128 0,0-2 0 31,-1 2 144-31,-4-6-144 0,0 0 0 0,0 0 176 0,0 0-176 0,0 0 160 0,0 0-160 0,28 55 144 0,-28-55-144 31,0 0 128-31,0 0-128 0,0 0 128 0,20 53-128 0,-20-53 0 0,0 0 128 0,0 0-128 0,15 57 0 0,-15-57 144 31,0 0-144-15,0 0 128-16,17 61-128 0,-17-61 128 0,0 0-128 0,16 52 128 0,-16-52-128 0,0 0 128 0,14 58-128 0,-14-58 128 0,0 0-128 0,13 56 128 0,-13-56-128 0,0 0 0 16,10 57 144-1,-10-57-144 1,0 0 0-16,10 63 128 0,-10-63-128 0,0 0 0 0,9 64 0 0,-9-64 0 0,6 51 0 0,-6-51 128 0,7 56-128 16,-7-56 0-16,9 56 160 0,-9-56-160 0,8 57 128 15,-8-57-128-15,11 58 192 0,-11-58-192 0,13 57 192 16,-13-57-192-16,13 49 160 0,-13-49-160 0,13 55 160 0,-13-55-160 0,11 56 0 0,-11-56 144 15,10 59-144-15,-10-59 0 0,8 58 144 0,-8-58-144 16,12 70 0-16,-12-70 128 0,9 75-128 0,-9-75 0 31,12 77 0-31,-12-77 128 0,10 70-128 0,-10-70 0 16,11 67 0-16,-11-67 144 0,8 66-144 16,-8-66 0-16,10 78 144 0,-10-78-144 0,12 73 128 0,-12-73-128 0,12 82 128 0,-12-82-128 31,13 81 0-31,-13-81 144 0,17 77-144 0,-17-77 0 0,17 77 144 0,-17-77-144 0,13 73 0 0,-13-73 160 15,12 82-160 1,-12-82 128-16,10 83-128 16,-6-43 0-16,1 1 128 0,-1 1-128 0,-1 2 0 0,1 0 128 15,-1-2-128-15,-3-42 0 0,5 77 128 0,-3-36-128 0,-1-1 0 0,2 6 0 0,-3-1 128 0,2-1-128 0,-2-6 0 0,0-4 144 16,0 1-144-16,0 6 128 0,0 1-128 0,2 4 128 16,0 0-128-16,-2-1 160 0,1-1-32 15,-1-1-128-15,2-1 192 0,-2 3-192 0,0 0 176 16,0 5-176-16,0-2 160 0,0 1-160 15,-2-1 0-15,2-1 144 0,-1-3-144 0,-1-2 0 0,1-1 144 0,0-1-144 0,-2 1 0 16,1 1 128-16,1 3-128 0,-1 0 0 16,1 2 0-16,1 1 128 15,-1 0-128-15,-1 0 0 0,1-1 0 0,-1-2 144 0,2-1-144 0,-1-2 0 16,0 1 144-16,-1 0-144 0,1-2 0 0,1-4 0 16,-2 5 0-16,1 7 0 0,0 1 128 0,1 1-128 15,-2-1 0-15,1-4 0 0,1 0 0 0,-2-4 128 16,2-3-128-16,-1 0 0 0,1 0 0 0,-2 4 0 0,1 0 0 15,1 4 0-15,-3 2 0 0,2 1 0 0,-2 1 0 0,0 1 0 16,-1-3 0-16,1-1 0 0,0 0 0 0,-2-1 0 16,-1 3 0-16,0 3 128 0,1 4-128 0,0 1 0 15,0 0 0-15,2-2 0 0,-1-1 0 0,-1-1 0 0,0 0 0 16,1-2 0-16,-1-4 0 0,1-6 0 0,0 8 0 16,0 8 0-16,-2 4 0 0,2 1 0 0,-2 0 128 15,2-6-128-15,1 0 0 0,-1-9 128 0,0 4-128 16,1 6 128-16,0 2-128 0,1-1 128 0,1 2-128 15,1 1 0 1,-1-3 128-16,2-2-128 0,-1-2 0 0,1-2 0 0,-1-2 128 0,2 0-128 16,-2 1 0-1,3 3 0-15,-2 2 0 0,3 0 0 0,-1-2 0 0,1-3 0 0,-1-3 0 0,0 1 0 0,0-4 0 0,0 2 0 0,-2-2 0 32,2-4 0-32,-2 5 0 0,4 5 0 0,-3 0 0 0,3 0 0 0,-1-2 0 15,0-1 0-15,-1-2 0 0,1-2 0 0,-1-2 0 0,-3-43 0 16,6 74 0-16,-5-34 0 0,2-2 0 0,-2 0 0 15,2 0 0-15,0 3 0 0,0-1 0 0,0 0 0 16,-2-4 0-16,-1-36 0 0,4 67 0 0,-4-67 0 16,2 59 0-16,-2-59 0 0,1 58 0 0,-1-58 0 0,2 52 0 0,-2-52 0 15,0 55 0-15,0-55 0 0,0 54 0 16,0-54 0-16,-2 56 0 0,2-56 0 0,0 51 0 0,0-51 0 16,-3 46 0-16,3-46 0 0,-1 40 0 15,1-40 0-15,-3 37 0 0,3-37 128 0,-4 33-128 0,4-33 0 16,-4 29 0-16,4-29 0 0,-5 26 0 0,5-26 0 0,0 0 0 15,-5 32 0-15,5-32 0 0,0 0 0 16,-6 27 0-16,6-27 128 0,-6 17-128 0,4-10 0 0,-3-1 0 16,1 1 144-16,-2-3-144 31,2 2 128-31,-3-3-128 0,2 1 160 0,-3-1-160 0,0-1 192 0,-1 0-64 0,-2-1-128 0,-2-1 192 0,-1 2-192 16,-1-4 176-16,-1 4-176 0,-2-4 160 0,-2 2-160 15,0-1 0-15,1 2 144 0,-4-1-144 16,0 2 0-16,-1 1 0 0,-1-1 0 0,-2 1 0 0,2 1 0 0,-1-1 0 15,1 3 0-15,-2-2 0 0,-1 2 0 32,-2 1 0-32,-1 0 0 0,-2 1 0 0,2 1 0 0,-1-1 0 0,-2 2 0 0,-3 2 0 0,2-3 0 0,1 1 128 0,4-1-128 0,1-2 0 15,0 0 0-15,1-3 144 16,0 0-144-16,3-1 0 0,1 0 0 0,-2-2 0 0,-1-1 0 0,-1-1 0 0,1-2 0 16,2-1 0-16,2-2 0 15,1 1 0-15,0-4 0 0,4 2 0 0,1-3 0 0,3 2 0 31,1-1-416-15,3-1-32-16,2 1-16 0,2-1 0 0,2 1-560 0,1-1-96 0,2 0-32 0,1 1-13680 0,0-1-2736 16</inkml:trace>
  <inkml:trace contextRef="#ctx1" brushRef="#br0" timeOffset="18774.43">16161 671 4879 0,'1'-9'432'0,"1"3"-432"0,-1 0 0 0,-1 2 0 0,0 1 448 0,2 2 0 0,-2-2 0 0,1-1 0 0,1-2 384 15,-2-1 80-15,1-1 16 0,-1 2 32 0,-1 2 400 0,-2 1 96 16,0 3 16-16,0 0 0 15,-1 1 160-15,-2 2 32 0,-1 1 0 0,0 1 16 0,0 2 176 0,-1 1 48 16,0 2 0-16,3 0 16 16,-1 1-128-16,2 0-32 0,0 1 0 0,1 0 32 0,1 3-688 0,2-3-128 15,0-12-16-15,0 0 0 16,0 0-464-16,13 48-112 0,-13-48 0 0,0 0 0 0,0 0-208 0,0 0-48 16,0 0 0-16,51 46 32 0,-51-46-160 0,0 0 192 15,0 0-192-15,0 0 192 16,0 0-64-16,56 7 0 0,-47-9-128 0,1-1 224 0,-2 1-96 0,1-3 0 15,-2 1-128-15,-1-2 208 0,2 1-64 0,-1-2-16 0,-1 1 0 0,1-4 48 16,-2 3 0-16,1-1 0 16,0-2 0-16,-2 1 0 0,0-1 32 0,0-1 16 31,1 1 0-31,-2-3 0 0,-1 2 32 0,1-2 0 0,0 2 0 0,0-2 0 0,0 4-32 16,-2-1 0-16,2 0 0 0,-2 3 0 0,1 1-16 0,-1 2 0 0,1 1 0 0,0 2 0 31,0 1-80-31,1 2 0 0,-1 4-128 15,-2-6 192 1,0 0-192-16,0 0 144 0,10 52-144 16,-10-52 128-16,3 40-128 0,-3-40 0 0,3 44 0 0,-3-44 128 0,3 56-128 0,-3-56 0 0,4 62 0 0,-4-62 0 0,4 55 0 0,-4-55 0 15,4 53 0-15,-4-53 0 16,3 48 0-16,-3-48 0 0,2 44 0 16,-4-25 0-16,1-2 144 0,-3-1-144 15,-1-2 160-15,0-3-160 0,-1-1 256 0,-4 0-32 0,0-3-16 0,-1 0 0 0,-3-1 32 0,0-1 0 16,-2 0 0-16,1-2 0 0,-1-1 0 15,2 0 0-15,0-1 0 16,3-2 0-16,-1 1-240 0,4-2 0 0,-1 1 0 0,2-3 0 16,2 1-912-16,-1-3-80 0,3 1-16 0,2-2-19648 0</inkml:trace>
  <inkml:trace contextRef="#ctx1" brushRef="#br0" timeOffset="26465.1">13943 1930 4607 0,'-7'-7'400'0,"3"4"-400"0,1 1 0 0,2 0 0 0,-1 2 3680 0,2 0 656 0,0 2 128 0,0 0 16 0,2 3-2144 0,-2 3-432 15,1 2-96-15,-1 4-16 0,1 3 576 0,-1 0 128 16,2 4 0-16,-1 3 16 0,-1 4-1280 0,0 2-256 15,2 0-48-15,-2-2-16 0,1-3-400 0,1 1-64 16,-1-2-32-16,0-3 0 0,1-3-160 0,-1-1-16 16,1 0-16-16,-2-2 0 0,1-3-64 0,-1 0-16 15,1-1 0-15,1-4 0 0,-2 1-144 0,1-3 0 16,-1-1 0-16,2-1 0 0,-1-2-192 0,1 0-80 16,-1-1-16-16,-1 0-12096 15,1-2-2416-15</inkml:trace>
  <inkml:trace contextRef="#ctx1" brushRef="#br0" timeOffset="27170.31">13707 1895 15663 0,'0'-14'688'0,"2"5"144"0,1 2-656 0,1 0-176 0,0 3 0 0,2 0 0 0,1-2 768 0,7-4 128 16,7-3 32-16,12-5 0 0,7 1 2208 0,1 3 432 15,3 4 80-15,-44 10 32 0,86 2-1744 0,-86-2-336 16,78 21-80-16,-78-21-16 0,61 34-608 0,-61-34-128 16,44 43-32-16,-44-43 0 0,31 53-352 0,-31-53-80 15,18 56-16-15,-18-56 0 0,9 57-160 0,-9-29-128 16,-2 0 144-16,-2 0-144 469,-3 1 144-454,-3-1-144-15,-1-3 128 0,-2-1-128 0,-3 0 144 0,-2-4-144 0,-2 0 160 0,-1-3-160 0,-3 0 224 0,0-2-48 0,-1 0-16 0,-2-3 0 0,3 1 32 0,0-3 0 0,3 0 0 0,1-3 0 0,1 0-192 0,5-3 128 0,3-1-128 0,0-2 128 0,1 1-128 0,3-2 0 0,1-2 0 0,3 0 0 0,2-1-512 0,4-1 32 0,1-1 0 0,4-2-12128 0,4 2-2416 0</inkml:trace>
  <inkml:trace contextRef="#ctx1" brushRef="#br0" timeOffset="27244.78">14296 2111 14735 0,'3'-1'1312'0,"-1"1"-1056"0,-1 0-256 0,0 0 0 0,1 0 704 0,-1 0 96 0,-1 1 16 0,2 2 0 0,2 3 2896 0,-4-6 592 0,0 0 112 0,0 0 32 0,20 50-2096 0,-20-50-432 0,0 0-64 0,12 60-32 0,-12-60-1088 0,6 42-224 0,-6-42-32 0,4 40-16 0,-4-40-272 0,2 36-48 0,-2-21-16 0,-2-3 0 0,-1 0-128 0,1-4 0 0,-1 1 0 0,0-2 128 0,-1-2-128 0,1-1 0 0,2 1 0 0,-2-4 128 0,1 1-128 0,-1-2 128 0,2-2-128 0,0-1 128 0,-1 0-128 0,1-2 0 0,-1-1 0 0,2-1 0 0,0-1 128 0,0-1-128 0,2-2 0 0,-1-2 128 0,2 2-128 0,1-3 192 0,2 1-192 0,0 0 192 0,1 2-192 0,0-2 0 0,1 3 144 0,-1 0-144 0,2 2 0 0,-1 1 0 16,2 0 0-16,0 3 0 0,-2 1 0 0,2 0 0 0,2 2 0 0,-2-1 0 0,-10 2 0 0,0 0 0 0,0 0 0 0,0 0 128 0,59-3-128 0,-46 2 0 0,-2-2 0 0,2 2 0 0,-2-2 0 0,0-1 144 0,0 1-144 0,-2-1 0 0,-1 1 128 0,-1 0-128 0,-1 0 0 0,0 2 0 0,-2-1 0 0,0-1-224 0,-1 2 16 0,-1 0-12720 15,-1 1-2528 1</inkml:trace>
  <inkml:trace contextRef="#ctx1" brushRef="#br0" timeOffset="27627.22">14642 2333 16575 0,'9'0'1472'0,"-5"0"-1168"0,2-2-304 0,-1 1 0 0,1 1 1408 0,-3-1 208 0,1-1 48 0,5-2 16 15,5-2 1776-15,3-1 368 0,4-3 64 0,-1 0 16 16,-1-1-2256-16,0-2-448 0,-2 2-96 0,-3-2-16 16,-1 4-528-16,-5-1-112 0,-2 1-32 0,-2 2 0 15,-3 0-224-15,-2-1-32 0,-3 1-16 0,-5-2 0 16,-1 2-144-16,-1 1 0 0,-2 1 0 0,-1 0 0 0,-1 1 0 0,-4 1-224 16,1 2 48-16,1 0 16 0,2 2-16 0,-1 2 0 15,0 0 0-15,2 2 0 0,2 2 176 0,0 3 0 31,4 0-144-31,-1 3 144 0,4 0 0 0,-1 1 0 0,3 1 0 0,2 1 0 0,-1-2 0 16,2 0 0-16,2-1 0 0,1 1 0 0,-3-14 0 16,0 0 0-16,0 0 0 0,0 0 0 0,28 49-128 0,-28-49 128 15,0 0 0-15,0 0 0 0,0 0 0 0,0 0 0 16,0 0-144-16,62 27 144 31,-62-27-368-31,0 0-16 0,0 0 0 0,0 0 0 0,58-1-1136 16,-58 1-224-1</inkml:trace>
  <inkml:trace contextRef="#ctx1" brushRef="#br0" timeOffset="28005.5">15145 2080 5519 0,'-5'-7'240'0,"0"4"64"0,1 0-304 0,0 0 0 0,1 2 0 0,0 1 0 0,1 0 2144 0,-4 0 368 15,-4 0 80-15,-3 0 16 0,-2 1 304 0,-1 1 64 16,1 1 16-16,2 0 0 0,0 1-432 0,3 0-64 16,2 0-32-16,1 2 0 15,3 0-2464-15,1-1-480 0,1 2-96 0,4 0-32 0,1 2 608 0,-3-9 208 16,0 0 0-16,0 0 0 0,0 0-208 0,0 0-128 0,60 41 128 0,-60-41-208 16,0 0 0-16,0 0 0 15,0 0 0-15,72 39 0 16,-72-39 208-16,0 0 0 0,0 0-160 0,0 0 160 0,50 53 0 31,-50-53 0-31,0 0-144 0,0 0 144 0,5 38 0 0,-7-30 0 16,-4 1 0-16,0-2 0 0,-2 1 400 0,-3-1 48 0,-2 0 0 0,0-1 0 0,-1 0 496 15,-2-1 96-15,1 1 32 0,-1-3 0 0,1 1 64 0,1-3 16 16,1 4 0-16,2-5 0 0,2 0-624 0,1 0-112 16,1-2-32-16,1 1 0 0,3-1-384 0,0 0 0 15,3 0 0-15,0-1-12656 0,3 1-2528 16</inkml:trace>
  <inkml:trace contextRef="#ctx1" brushRef="#br0" timeOffset="28691.97">15547 1990 11343 0,'-5'-9'240'0,"2"5"48"0,2 1 16 0,-2 2 32 0,2-1-336 0,-1 1 0 0,0 1 0 0,-4 0 0 16,-3 1 2592-16,-2 2 448 0,-3 1 96 0,-3 2 0 0,0 1 208 0,2 0 48 15,-1 2 0-15,1 0 0 0,3 1-1680 0,2-1-336 0,2-2-64 0,2 1-16 0,1 1-784 0,2-1-176 31,1 1-16-31,4 1-16 0,-2-10-304 0,0 0 160 0,0 0-160 0,0 0 128 0,39 52-128 0,-39-52 0 16,0 0 0-16,0 0 0 0,61 44 0 0,-61-44 0 16,0 0 0-16,51 41 128 406,-51-41 32-406,0 0 0 0,0 0 0 0,41 51 0 0,-41-51-16 0,0 0 0 0,0 0 0 0,4 46 0 0,-8-37 32 0,-3-1 0 0,-3 1 0 0,-1-2 0 0,-2-2-16 0,-3 1 0 0,-2 0 0 0,1-1 0 0,0-1-160 0,0 1 0 0,0-1 0 0,2-1 0 0,2 1-384 0,-3-1-96 0</inkml:trace>
  <inkml:trace contextRef="#ctx1" brushRef="#br0" timeOffset="30293.91">14019 3104 23951 0,'-2'-4'2128'0,"-3"0"-1696"0,3 1-432 0,-1 2 0 0,0 1 1600 0,-3-2 256 0,-2-1 32 0,-6 0 16 0,-6 1 80 0,-7 3 32 16,-3 5 0-16,1 4 0 0,0 2-1184 0,1 5-256 16,1 6-32-16,5 1-16 0,2 3-80 15,4-2 0-15,5 1-16 0,1 2 0 0,3 4-240 0,3 5-32 16,4 1-16-16,3 0 0 0,2-1-144 0,-5-37 128 16,23 65-128-16,-23-65 128 0,33 58-128 0,-33-58 160 15,0 0-160-15,55 59 160 16,-55-59-32-16,0 0-128 0,73 47 192 0,-73-47-64 0,0 0-128 15,65 21 192-15,-65-21-192 0,0 0 192 0,81 2-192 0,-81-2 0 16,59-9 0-16,-59 9 128 0,54-14-128 0,-32 5-224 16,-2 1 48-1,-2 0 16-15,1-2-1200 0,-5 1-240 16</inkml:trace>
  <inkml:trace contextRef="#ctx1" brushRef="#br0" timeOffset="30625.98">14323 3405 19407 0,'-3'-3'416'0,"2"2"96"0,0 1 0 0,-1 0 64 0,1 0-576 0,1 0 0 0,-2 3 0 0,1 0 0 16,-2 4 3664-16,-1 1 624 0,0 6 128 0,-1 3 32 15,1 3-2240-15,3 0-448 0,-1-2-96 0,4 2 0 16,-2-20-1120-16,0 0-224 0,17 55-32 0,-17-55-16 16,0 0-144-16,0 0-128 0,43 54 192 0,-43-54-192 15,0 0 160-15,0 0-160 0,71 27 128 0,-71-27-128 0,0 0 0 0,58-5 128 16,-41 0-128 15,-1-2 0-31,-1-2 144 0,-2-1-144 0,-1-1 160 16,0 0-160-16,0-2 256 0,0-3-64 0,-1 1 0 0,-2-1 0 15,-1 1 128-15,-4-2 32 0,1-2 0 0,-7 0 0 0,-1-1 16 0,-2 0 0 0,-4 0 0 16,-2 1 0-16,-3-1 16 0,-3 0 0 0,-2 2 0 0,-2 1 0 0,-1 2-128 0,0 6-32 16,4 2 0-16,-2 2 0 0,-2 2-96 0,-2 2 0 0,0 4-128 15,1 3 192-15,3-1-192 0,3 2 0 0,3 3 0 0,1 1 0 31,2 2-304-31,3 3-144 0,1 1-48 0,2 1 0 16,4 0-560-16,2 2-112 0,-1-20-32 0,13 44-18704 0</inkml:trace>
  <inkml:trace contextRef="#ctx1" brushRef="#br0" timeOffset="31140.06">14777 3546 20271 0,'7'-7'896'0,"-3"3"192"0,0-2-880 0,0 2-208 0,-1 1 0 0,-1 1 0 16,1-3 3120-16,1-2 576 0,3-4 112 0,0-3 32 0,1-2-1424 0,-2 1-288 16,-3 2-48-16,-2 0-16 0,-2 3-1232 0,-2 1-240 15,-1 3-48-15,-3 0-16 0,-2 3-144 0,-1 3-16 16,-1 2-16-16,-3 2 0 0,1 2-96 0,-1 1-32 16,-1 4 0-16,-2 0 0 0,0 4-80 0,0-1-16 15,4 1 0-15,2 1 0 0,4-2-128 0,1 0 0 16,2-1 0-16,2-1 0 0,2 3 0 0,3 0 0 31,0-1 0-31,0 0 0 16,-3-14-256-16,0 0 0 0,0 0 16 0,0 0 0 0,32 53 0 15,-32-53 0-15,0 0 0 0,0 0 0 0,0 0 80 0,0 0 16 0,0 0 0 16,61 0 0-16,-53-6 144 0,1-3 0 0,-2 1 0 0,1-2 0 0,1 0 0 0,-2-1 0 0,0 1 0 0,-1 0 128 31,-1 3 64-15,0-3 0-16,-3 5 16 15,0-1 0-15,1 2 64 0,-2-1 16 0,1 4 0 0,-1 0 0 0,0 1-16 0,2 0 0 0,1 2 0 0,1 0 0 0,0 2-272 0,1 0 128 0,-6-4-128 0,0 0 0 16,0 0 0-16,0 0 0 0,0 0 0 0,0 0 0 16,64 37 0 15,-64-37 0 0,0 0 0-15,0 0 0-16,0 0-192 0,63-4-80 15,-47-2-32-15,-2 1 0 16,0-4-640-16,-1 1-128 16,1-1-16-16,-2-1-18064 0</inkml:trace>
  <inkml:trace contextRef="#ctx1" brushRef="#br0" timeOffset="31349.57">15195 3097 21423 0,'-3'-29'464'0,"0"13"112"0,0 0 0 0,1 5 32 0,0 5-480 0,1 4-128 0,1-3 0 0,-3 0 0 0,0-4 3936 0,0 1 768 0,-1 1 160 0,1 5 16 0,2 7-3088 0,-1 3-640 0,1 6-112 0,1 7-16 16,0 3-416-1,1 6-80-15,1 1-16 0,-2 3 0 0,3 4-96 0,-2 7-32 16,0 10 0-16,1 3 0 0,1 0-176 15,-2-7-32-15,2-8-16 0,-2-8 0 16,-1-35-160-16,7 55 0 16,-7-55 0-16,0 0 0 0,10 48 0 15,-10-48 0-15,0 0 0 0,0 0 0 0,0 0-704 0,0 0 0 16,0 0-16-16,0 0 0 0,0 0-880 0,0 0-192 16</inkml:trace>
  <inkml:trace contextRef="#ctx1" brushRef="#br0" timeOffset="31516.8">15063 3395 23951 0,'5'-1'2128'0,"-1"-1"-1696"0,2 2-432 0,-1 0 0 0,-1 0 2720 0,1-1 464 0,2 1 80 0,7-1 32 15,-14 1-960-15,51-5-192 0,-51 5-32 0,79-11-16 16,-79 11-1248-16,76-8-240 0,-76 8-48 0,59-7-16 16,-59 7-720-16,0 0-144 0,56 1-16 0,-56-1-19456 15</inkml:trace>
  <inkml:trace contextRef="#ctx1" brushRef="#br0" timeOffset="32087.26">13714 4778 16575 0,'3'-10'1472'0,"0"1"-1168"0,0 3-304 0,-2 3 0 15,1 2 768-15,-1-5 112 0,2-4 16 0,1-5 0 16,0-2 2368-16,1 3 496 0,-3 4 80 0,-2 7 32 15,0 7-1424-15,0 7-272 0,0 5-64 0,0 4-16 16,0 5-1328-16,0 6-256 0,2 9-48 0,1 6-16 16,1 4-96-16,3 2-32 15,1 2 0-15,2-1 0 0,2 1-192 0,-1-7-128 0,-11-47 128 0,23 69-128 16,-23-69 0-16,14 47-160 0,-14-47 16 0,0 0 0 0,12 43 16 31,-10-34 0-31,-2-2 0 31,0-4 0-31,-3-2-128 0,0-1 0 0,-1-1-16 0,-2-3 0 0,1-2-544 0,-1-3-96 0,0-2-32 0,-1-3 0 0,2-2-1328 16,-1-2-272-16,0 0-48 16,-1-6-16-16,0-6-576 0,0-2-112 0,0 2-32 0,0-7 0 0,-1-4 384 31,0-1 80-31,1 4 16 0,2-6 0 0,0-3 1328 0,1 1 272 16,4-2 48-16,2 4 16 0,3 1 1184 0,4 5 176 0,1 4 64 0,4 3 16 0,4 7 656 0,1 3 144 0,-1 7 32 0,2 1 0 0,-2 5 1232 15,3 1 256-15,-21 7 48 16,0 0 16-16,61-3 592 0,-61 3 112 0,0 0 32 15,0 0 0-15,62 34-1040 0,-62-34-208 16,0 0-32-16,20 49-16 0,-22-29-992 0,-5 0-192 0,-4-2-32 0,-3 0-16 16,-3-2-320-16,-4 1-64 0,-3 1-16 0,-3-1 0 0,2-1-80 15,-2-2-32-15,0 0 0 0,3-3 0 0,7-2-160 16,0-1-48-16,3-1 0 0,1-1 0 0,3-2-304 0,5 1-64 0,0-1-16 0,4 0-12432 31,2 0-2496-31</inkml:trace>
  <inkml:trace contextRef="#ctx1" brushRef="#br0" timeOffset="32882.16">14157 5095 31327 0,'-3'0'2784'0,"0"0"-2224"0,3 1-560 16,0-1 0-16,0 0 1456 0,-2 2 176 0,-2-2 32 0,0 1 16 0,-2-1-80 0,1 1-32 0,-2-1 0 0,1 0 0 15,-1 0-864-15,1-1-160 0,-1 0-32 0,-1 1-16 16,1 0-240-16,0 0-32 0,-3 2-16 0,3 1 0 16,-2 0-16-16,2 3-16 0,-1 2 0 0,1 2 0 15,-1 1-176-15,3 2 0 0,1 1 0 0,1 0 128 16,3 1-128-16,0-1 0 0,3 0 0 0,-3-14 0 16,0 0 0-16,0 0 0 0,36 49-176 0,-36-49 176 15,0 0-272-15,0 0 16 0,0 0 16 0,72 16 0 500,-72-16 80-500,0 0 16 0,50-12 0 0,-35 4 0 0,-1 0 144 16,1-4 0-16,-3 1 0 0,0-2-128 0,-1 0 128 0,-4 1 0 0,-1-2 0 0,-2 1 0 0,-3 2 0 0,1 1 144 0,-4 1-16 0,2 2-128 0,-3 0 432 0,1 3-32 0,0 1 0 0,-1 3 0 0,2 0 0 0,0 1 0 0,-1 2 0 0,1 3 0 0,1 2-160 0,1 2-48 15,1 2 0-15,-1 2 0 0,-1-14-192 0,0 0 0 0,0 0 128 0,18 49-128 0,-18-49 0 0,0 0 0 0,0 0 0 0,0 0 0 0,0 0 0 0,0 0 0 0,55 43 0 0,-55-43 0 0,0 0 0 0,0 0 0 0,0 0 0 0,48-7 0 0,-39 2-656 16,-2 0-32-16,0 0 0 0,-1 1-13248 0,-2 1-2640 0</inkml:trace>
  <inkml:trace contextRef="#ctx1" brushRef="#br0" timeOffset="33005.73">14524 5124 23039 0,'4'0'1024'0,"-3"0"192"0,2 0-960 0,-1 0-256 0,-1 0 0 0,-1 2 0 0,2 1 3216 0,-1 0 608 0,3 4 112 0,0 1 32 0,1 5-1936 0,-1 1-384 0,0 1-80 0,0 1-16 0,1 0-832 0,-1-1-160 0,-1-2-48 0,-1 0 0 0,3-2-224 0,-2 0-48 0,1-1-16 0,-1-3 0 0,-1 0-224 0,0-3 144 0,1-1-144 0,-2-1 128 0,-1-1-128 0,0-2 0 0,1-2 0 0,1 0 0 0,-2-3 0 0,1-1 0 0,-1 0 0 0,2-3 0 0,-2 2 0 0,0-3 0 0,1-1 0 0,1-1 0 0,-1-2 0 0,2-3 0 0,0-1 0 0,1-2 0 16,2 1 0-16,-1-1 0 0,4-2 0 0,1 4 0 0,-2 0 0 0,3 2 0 0,2 2 0 0,0 2 0 0,1 5 0 0,-1 2 0 0,-2 3 0 0,-1 5 0 0,-10-2 0 0,0 0 0 0,0 0 0 0,46 43 0 0,-46-43 0 0,0 0 0 0,30 63 0 0,-30-63 0 0,17 42 224 0,-17-42 16 0,0 0 0 0,24 59 0 0,-24-59 288 0,0 0 64 0,20 45 16 0,-20-45 0 0,0 0-32 0,0 0 0 0,0 0 0 0,0 0 0 0,34 46-272 0,-29-42-64 0,1-1-16 0,-2-2 0 15,0-1-224-15,1 2-256 0,-1-2 48 0,-1-2-15008 16,-2 2-2992 15</inkml:trace>
  <inkml:trace contextRef="#ctx1" brushRef="#br0" timeOffset="33595.87">15150 4623 22111 0,'0'-9'1968'0,"0"2"-1584"0,1 5-384 0,-1 0 0 0,1 2 1216 0,-1-1 176 0,0-5 16 0,2 0 16 15,-2-1 1520-15,0 6 288 0,-2 5 64 0,0 9 16 16,-3 8-1920-16,1 7-384 0,0 6-80 0,-2 7-16 15,1 6-416-15,0-1-96 0,5-2-16 0,0 6 0 16,3 5-144-16,1 4-48 0,3 2 0 0,2-5 0 0,1-8-192 0,0-5 176 16,-10-43-176-16,21 65 160 15,-21-65-160-15,21 46 0 0,-21-46 0 0,0 0 0 0,0 0 0 0,0 0 0 16,48 47 0-16,-41-46 0 16,2-1-320 15,-2-2-160-31,0-4-32 0,-3-1-18912 0</inkml:trace>
  <inkml:trace contextRef="#ctx1" brushRef="#br0" timeOffset="33783.67">15049 5058 33167 0,'3'-1'1472'0,"0"-1"304"0,3 2-1424 0,-1-1-352 0,-1-1 0 0,2 2 0 16,1-1 896-16,-7 1 96 0,0 0 32 0,67-10 0 15,-67 10 192-15,80-14 32 0,-39 7 16 0,0 0 0 16,-41 7-976-16,72-13-288 0,-72 13 128 0,57-8-12416 15,-57 8-2480-15</inkml:trace>
  <inkml:trace contextRef="#ctx1" brushRef="#br0" timeOffset="34136">15552 4948 29487 0,'-3'-2'2624'0,"1"2"-2112"0,0 0-512 0,1 2 0 0,-2-1 1840 0,-1 1 256 15,-3 1 48-15,-5 2 16 0,-3 4-368 0,-2 3-80 16,3 3-16-16,1 0 0 0,3 2-1024 0,4-1-208 16,4 0-32-16,2 0-16 0,0-16-416 0,0 0 0 15,0 0 0-15,39 51 0 16,-39-51 0-16,0 0 0 0,64 34 0 0,-64-34 0 0,0 0 0 0,66 32 0 0,-66-32 0 0,0 0 0 16,0 0 0-16,61 47 0 15,-61-47 0-15,0 0 0 0,0 0 0 0,6 45 0 16,-12-32-144-16,-3 0 144 0,-3 1-128 156,-1-2 128-156,-1 1-192 0,-2 0 192 0,-1 0-352 0,2-4 32 0,-1 1 16 0,2-1-12624 0,0-1-2512 0</inkml:trace>
  <inkml:trace contextRef="#ctx1" brushRef="#br0" timeOffset="34525.12">14399 6864 32255 0,'-4'4'2864'0,"0"-3"-2288"0,1-1-576 0,2 0 0 0,-1 2 1920 0,-2-2 256 16,-2 2 64-16,-3 1 16 0,-3 0-704 0,2 0-144 16,3 0-16-16,3-2-16 0,3-1-688 0,2 2-144 15,5-2-32-15,-1-2 0 0,-5 2-512 0,0 0-144 16,0 0-16-16,0 0-13728 0,0 0-2736 0</inkml:trace>
  <inkml:trace contextRef="#ctx1" brushRef="#br0" timeOffset="34940.44">13950 9921 15663 0</inkml:trace>
  <inkml:trace contextRef="#ctx1" brushRef="#br0" timeOffset="38292.07">16558 2142 11055 0,'4'0'976'0,"-1"0"-784"0,0 0-192 0,0 2 0 15,0-2 2192-15,-2 0 400 0,0 0 80 0,4 0 16 16,0-2 768-16,2 1 144 0,3 1 48 0,2-3 0 16,-1 0-1344-16,0-3-272 0,2 1-48 0,0-2-16 15,-1-2-1264-15,-2 2-240 16,-1 0-48-16,1-1-16 0,-1-2-16 0,1-2 0 0,0 1 0 0,0-3 0 0,0 3-16 0,-3-2-16 16,0 2 0-16,-1-2 0 15,-1 2-48-15,1 1-16 16,-3 0 0-16,1 0 0 0,-1 2-80 0,0 0-16 0,0 1 0 0,-2 2 0 0,0 1-64 0,-1-1 0 15,0 4-128-15,2-1 192 16,-2 2-192-16,0 2 176 0,0 1-176 0,-2 2 160 0,1 2-160 0,0 3 0 16,-2 4 0-16,1 5 0 0,0 1 0 0,-1 2 0 15,1-1 128-15,1 3-128 16,-1 3 0-16,2 3 0 0,0 0 0 219,0-2 0-219,0-28 0 0,5 49 0 0,-5-49 0 0,4 43 0 0,-4-43 0 0,0 0 0 0,7 51 0 0,-6-37 0 0,2-2 0 0,-1-2 0 0,0-1 144 0,0-2-144 0,1-2 0 0,-2 0 144 0,1-1-144 0,-1-3 0 0,0 1 0 0,1-1 0 0,-1-1 0 0,1 0 0 0,0 0 0 0,0 0 0 0,-1 0-240 0,1-1 80 0,-1 1-720 0,-1 0-144 15,1 0-16-15,-1 0-18976 0</inkml:trace>
  <inkml:trace contextRef="#ctx1" brushRef="#br0" timeOffset="38402.33">16510 2507 27647 0,'1'0'2448'0,"2"0"-1952"0,1 1-496 0,1-1 0 0,0 0 1632 0,1 0 224 0,4 0 64 16,5 0 0-16,-15 0 320 0,57-1 80 0,-23-1 16 0,0-1 0 0,1-1-1088 0,0-1-224 16,-1-1-32-16,-3-1-16 0,0-2-384 0,-2 2-80 15,-1 0 0-15,-1 0-16 0,-2 1-320 0,-2 1-176 16,-1 1 192-16,-2-1-192 0,-20 5 0 0,38-1-192 0,-38 1 0 0,0 0-14096 15,0 0-2816 1</inkml:trace>
  <inkml:trace contextRef="#ctx1" brushRef="#br0" timeOffset="40754.99">16499 3207 15199 0,'-2'0'320'0,"-1"0"80"0,1 2 16 0,0-1 32 0,1 2-448 15,-1 0 0-15,1 0 0 0,-2 2 0 0,-1 7 2768 0,-2 3 480 0,1 5 80 0,-1 3 32 0,2 1-848 0,2 1-160 0,2-25-48 0,3 55 0 16,-3-55-1120-16,18 55-224 0,-18-55-64 0,0 0 0 15,41 62-368-15,-41-62-80 0,0 0 0 0,64 41-16 16,-64-41-112-16,0 0-32 0,71 26 0 0,-71-26 0 16,46 4-96-16,-46-4 0 0,43-1-16 422,-25-4 0-422,-2 0 48 0,-1-4 16 0,1-1 0 0,-1 0 0 0,-2 1 80 15,1-4 0-15,-1-1 16 0,-1-3 0 0,1 1 96 0,-2-1 16 0,-1 0 0 0,-3 0 0 0,-1-1 16 0,-2 0 16 0,-4-4 0 0,0 3 0 0,-4-3 112 0,-2 0 32 0,-5-4 0 0,-2 0 0 0,1 3-176 0,-4-1-16 0,-4 0-16 0,-2 1 0 0,-1 6-224 0,2 3-64 0,1 4 0 0,0 3 0 0,-1 3-128 0,-1 4 160 0,-1 4-160 0,0 3 160 16,1 5-160-16,2-1-192 0,4 0 32 0,0 5 16 0,-1 6-784 0,-3 5-160 0,1 3-16 0,3 5-16 0,1 2-400 0,3 1-80 0</inkml:trace>
  <inkml:trace contextRef="#ctx1" brushRef="#br0" timeOffset="40988.51">16431 4595 18431 0,'3'1'816'0,"-3"-1"160"0,1 2-784 0,-1-1-192 0,0 0 0 0,0 1 0 0,0 1 1984 0,0 2 368 0,-1 4 64 0,-2 3 16 0,0 5 752 0,-1 2 144 0,-2 2 48 0,2 2 0 0,-2-1-2208 0,2 4-432 0,-2 0-96 0,4 4 0 0,2-3-448 0,1 1-192 0,-1-28 160 0,13 61-160 0,-13-61 0 0,22 55 0 16,-22-55 0-16,37 51 0 0,-37-51 0 0,0 0 0 0,69 58 0 0,-69-58 0 15,0 0 0-15,79 35 0 0,-79-35 128 0,0 0-128 16,77 11 0-16,-77-11 144 16,46-4-144-16,-26-1 128 0,-4 0 64 0,-1-3 16 0,1-2 0 0,-2-1 0 31,0-2 240-31,-3-1 32 0,-1 2 16 0,0-2 0 0,-2-3 96 15,-2-1 32-15,-2-2 0 0,-1 0 0 16,-3-1 80-16,-1-1 32 0,-5-2 0 0,-2-2 0 16,-4 1-144-16,0 1-16 0,-3 1-16 0,-1 2 0 15,-3 0-192-15,-3 2-48 0,-1 4 0 0,-1 1 0 0,0 1-192 16,-2 5-128-16,1 1 128 0,1 2-128 0,1 2-256 0,1 1-112 16,2 3-16-16,3 0-16 15,2 4-752-15,2 2-160 0,0 3-32 0,2 4-13120 16,1 3-2624-16</inkml:trace>
  <inkml:trace contextRef="#ctx1" brushRef="#br0" timeOffset="41553.69">16490 6604 14735 0,'-1'0'1312'0,"-2"0"-1056"0,2 1-256 0,-1 0 0 0,1 1 1792 0,-2 1 288 0,-3 2 64 0,-4 5 16 0,-2 3 544 0,-4 5 112 0,1 4 32 0,-2 0 0 16,1 5-1040-16,1 1-208 0,-1 5-32 0,3 1-16 15,2 1-784-15,3-3-144 0,3 2-48 0,4-3 0 16,1-31-368-16,8 51-80 0,-8-51 0 0,0 0-128 15,36 61 128-15,-36-61-128 0,0 0 0 0,55 38 0 16,-55-38 192-16,0 0-192 0,75 17 192 0,-75-17-192 16,56-6 240-16,-28-1-64 0,2-2-16 0,-2-4 0 15,-2-1 144-15,-4-2 16 0,1-1 16 0,-2-1 0 0,0-5 240 16,-4 2 32-16,-4 1 16 0,-3 0 0 0,-3 1 0 31,-3-5 0-31,-4 1 0 0,-3-2 0 0,-2 2 16 16,-5 0 0-16,-3-1 0 0,-2 3 0 0,-4-1-128 0,-2-1 0 0,-3 0-16 15,-3 4 0-15,3 3-240 0,-1 5-64 0,-4 2 0 0,3 5 0 16,-1 3-192-16,1 5 0 0,-1 4 0 16,2 4 0-16,-2 5-512 0,0 2-208 0,1 7-48 0,0 2 0 15,5 5-688-15,1 3-144 0,5 5-16 0,3 4-18816 16</inkml:trace>
  <inkml:trace contextRef="#ctx1" brushRef="#br0" timeOffset="42092.38">16283 8878 30399 0,'-3'-3'2704'0,"0"1"-2160"15,3 0-544-15,0 2 0 0,0 0 896 0,-2 0 64 0,1 0 0 0,-2 2 16 0,-1 3 400 0,-2 5 80 16,1 7 16-16,-4 7 0 0,2 6-1056 0,-3 5-208 0,0 5-32 0,0 2-16 16,2 2-160-16,2 0 0 0,4-3 0 0,0-3 0 15,5-2-288-15,-3-36 16 0,17 60 0 0,-17-60 0 31,0 0-768-31,44 59-160 0,-44-59-16 0,0 0-16 16,65 28 384-16,-65-28 80 0,0 0 0 0,75-4 16 0,-75 4 624 0,52-18 128 0,-25 6 0 16,-2-2 0-16,-1 0 752 0,-1 0 144 15,-2-2 16-15,-1 0 16 0,-3 0 256 0,-5 0 48 0,-2 1 16 0,-3-1 0 16,-1-2-544-16,-6 0-128 0,-4-2 0 0,-5 1-16 16,-1 1-80-16,-5 0-16 0,-2 1 0 0,-3 3 0 15,-1 2 16-15,-2 2 0 0,-1 2 0 0,-1 1 0 16,1 3-32-16,-2 1-16 0,-2 1 0 15,0 2 0 1,0 3-48-16,1 0-16 0,1 1 0 0,5 2 0 0,6 0-176 0,2 2-48 0,4 1 0 0,4 2 0 0,2 3-336 0,3 2-64 16,1 1 0-16,2-1-16 15,-3-16-720 17,0 0-144-32,27 61-16 0,-27-61-18704 15</inkml:trace>
  <inkml:trace contextRef="#ctx1" brushRef="#br0" timeOffset="42621.25">16400 11228 30399 0,'-9'2'1344'0,"4"0"288"0,2-1-1312 0,1 1-320 0,2 0 0 0,0 0 0 0,2-2 592 0,-1 3 48 0,1 0 16 0,2 2 0 0,2 1 1216 0,-6-6 240 0,0 0 64 0,0 0 0 0,0 0-1408 0,62 39-288 16,-62-39-48-16,0 0-16 16,0 0-160-16,73 17-48 0,-73-17 0 0,0 0 0 0,57-5 112 0,-57 5 0 15,0 0 16-15,45-20 0 0,-32 10 80 0,-4 0 16 16,0-3 0-16,-3 2 0 0,-2 0 16 0,-3-2 0 16,-1 2 0-16,-4 1 0 0,-2 0 64 15,-1 2 32-15,-4-2 0 0,-5 1 0 0,-2 1-112 16,-2 1-32 218,2 2 0-234,-2 4 0 0,3 2-144 0,2 1-48 0,-2 2 0 0,0 2 0 0,-2 4-544 0,0 2-112 0,0 4-32 0,0 2-14448 0,0 2-2896 0</inkml:trace>
  <inkml:trace contextRef="#ctx1" brushRef="#br0" timeOffset="47288.51">19697 807 8287 0,'1'-3'736'0,"-1"0"-592"0,2 2-144 0,-2-2 0 0,1 2 1232 0,-1-2 224 0,2-1 32 0,-1-5 16 16,2-1 1856-16,-2-1 368 0,2-2 80 0,0 3 16 15,0 1-1008-15,-2 0-208 0,0 2-48 0,-1 3 0 16,2 1-1024-16,-2 2-224 0,0 2-32 0,-2 2-16 15,1 4-656-15,0 1-128 0,-1 5-32 0,-1 4 0 16,-1 1-80-16,0 6-32 16,0 5 0-16,-2 2 0 0,2-2-128 0,0 4-16 0,2 1-16 515,-2 1 0-515,3 2-176 0,-1-2 0 0,2-35 0 0,2 67 128 0,-2-67-128 0,4 53 0 0,-4-53 0 0,0 0 0 0,4 53 0 0,-3-44 0 0,-1 0 0 0,-1-2 0 0,0-3 0 0,-1-1 0 0,1 0 0 0,-2-3 0 0,2-2 0 0,-1 1 0 0,1-2 0 0,-1 0 0 0,1-2 0 0,-1-2 0 0,2-2-144 0,-1-1 144 0,1 0-624 0,0-2-16 0,0-1 0 0,0-1 0 0,1-2-832 0,1-1-160 0,-1 0-32 0,-1-2-15424 0</inkml:trace>
  <inkml:trace contextRef="#ctx1" brushRef="#br0" timeOffset="47321.69">19725 698 911 0,'14'-18'0'0,"-7"8"0"0,2 0 0 0,-1 3 0 0,-1 3 3168 0,-1 1 544 0,1 2 128 0,6-2 0 0,7-1-144 0,8-2-48 0,6 5 0 0,-34 1 0 0,62 8-848 0,-62-8-176 0,0 0-48 0,68 35 0 0,-68-35-1088 0,0 0-208 0,0 0-64 0,39 67 0 0,-37-50-592 0,-5 0-128 0,-3-2-32 0,-2-1 0 0,-4 0-112 0,-3-1-32 0,-4 0 0 0,-3 0 0 0,-4-2 0 0,-3 2-16 0,-1-4 0 0,0 1 0 32,4-1 80-32,-1-2 0 0,1-1 16 0,2-2 0 0,2 0-80 0,3-3 0 0,2-1-16 0,5-1 0 0,2 0-304 0,4-4 0 0,3 0 0 0,5-1 0 0,1 0-336 0,4 1-176 0,3-2-48 0,2 0 0 0,5 1-592 0,2 0-112 0</inkml:trace>
  <inkml:trace contextRef="#ctx1" brushRef="#br0" timeOffset="48886.91">19428 1869 9215 0,'-1'-2'816'0,"1"0"-656"0,0 1-160 0,0-1 0 0,0 2 1216 0,0-1 192 0,0 0 64 0,-1-2 0 0,-1 0 1872 0,-1 0 384 15,1 2 80-15,-1 1 16 0,0 3-928 0,-1 2-176 16,1 2-32-16,-1 2-16 0,1 3-1344 0,0 1-272 16,2 3-48-16,-2-1-16 0,1 4-544 0,1 2-128 15,1-21 0-15,-3 48-16 0,3-48-32 0,-3 66 0 16,3-26 0-16,0-1 0 0,0 1-48 0,0 1-16 531,0 0 0-531,-1-2 0 0,1 1-80 0,-2-2 0 0,1 3-128 0,-2-4 192 0,2-3-64 0,-2 4-128 0,0 7 176 0,0 6-176 0,-2 0 192 0,0 1-192 0,3 0 192 0,-1-1-192 0,1 0 192 0,0 0-192 0,0-2 192 0,-1 1-192 0,0 3 192 0,1 0-64 0,-1-1 0 0,1 3-128 0,1 3 192 0,1 0-64 0,0 0 0 0,0 0-128 0,0 1 208 0,-1 2-64 0,-5-3-16 0,0 0 0 0,3 7 32 0,-1 3 0 0,0 4 0 0,0-3 0 0,-2-3 0 0,0-2 0 0,1-1 0 0,-4 5 0 0,2 6-160 0,0 2 160 0,0 2-160 0,0-3 160 0,0-5-160 0,0-1 0 0,0-1 144 0,1 1-144 0,1-1 0 0,0 3 144 0,1 1-144 0,0-1 0 0,1-1 128 0,-1-3-128 0,1-10 0 0,-1 7 0 0,0 8 0 0,-1 4 128 0,2 4-128 0,1-3 0 0,0 0 176 0,-1-3-176 0,-1 0 160 0,3 1-160 0,-1-2 128 0,1 2-128 0,2 3 0 0,-2-1 0 0,0-2 0 0,-1-3 128 16,1 0-128-16,-1-2 0 0,2 0 0 0,0 2 0 0,2 5 0 0,-2-5 0 0,1-3 0 0,1 0 0 0,-2 2 0 0,0-3 0 0,0-8 0 0,0 7 128 0,1 6-128 0,-2 2 0 0,1-1 0 0,-2-4 0 0,1 2 128 0,-1-1-128 0,1-2 0 0,-1 3 0 0,1 6 0 0,0-5 0 0,-1-1 0 0,-2 2 128 0,-2-1-128 0,2 1 0 0,0-11 0 0,-2 7 0 0,2 3 0 0,-2 2 0 0,2-2 0 0,0-1 128 0,0 2-128 0,-1-3 0 0,1-6 0 0,-2 2 0 0,-1 4 128 0,2-2-128 0,1 0 128 0,-1 1-128 0,1-7 176 0,0-2-176 0,-2-2 208 0,0 5-64 0,2-1-16 0,-1 0 0 0,-1-1-128 0,3-4 192 0,-1 1-192 0,1-4 192 0,2 0-192 0,-4 2 128 0,3-1-128 0,-1 1 128 0,0-1-128 0,0-1 0 0,0 0 144 15,2-2-144-15,1-7 144 0,-2 0-144 0,4-1 192 0,-1 1-192 0,1 2 192 0,1-4-192 0,-1-4 192 0,0-2-192 0,-2-38 160 0,4 73-160 0,-4-73 128 0,4 64-128 0,-4-64 144 0,4 54-144 0,-4-54 160 0,3 42-160 0,-3-42 208 0,0 0-48 0,5 42-16 0,-5-32 0 0,1 0-16 0,-2-1-128 0,-1-2 192 0,1-2-64 0,-1 0-128 0,-1-1 0 16,2-1 0-16,0-1 128 0,-1 0-128 16,1-2 0-16,-2 0 0 0,0 0 0 15,2-2 0 1,-2 0 0-16,0 2 0 0,3-5 0 0,-1 1-448 0,2-1-80 0,1-1-16 15,-1-4 0 17,2-3-1072-32,1-4-224 0</inkml:trace>
  <inkml:trace contextRef="#ctx1" brushRef="#br0" timeOffset="50563.17">19448 1740 11967 0,'-8'-9'1072'0,"4"6"-864"0,-1 0-208 0,1 1 0 0,3 0 2704 0,-1 1 496 0,1-1 112 0,-1 1 16 0,1-1 192 0,-2 0 32 0,2-1 16 0,1-1 0 15,1 1-1824-15,2-1-352 0,3-1-80 0,2 1-16 16,3 1-768-16,4-1-144 0,2 0-48 0,4 0 0 16,1-2-96-16,7 0-32 0,0 1 0 0,4-2 0 15,1 1-208-15,0-1 176 0,1 1-176 0,0-1 160 16,5 0-160-16,-1 0 160 515,1 1-160-515,1-1 160 0,-2 3-32 0,2-2-128 0,0 4 192 0,-1-1-64 0,-1 1 16 0,-2 2 0 0,-3 0 0 0,-1 2 0 0,-2-1-144 0,-31-1 192 0,56 6-192 0,-56-6 192 0,52 8-192 0,-52-8 160 0,50 9-160 0,-50-9 160 0,46 10-160 0,-46-10 0 0,0 0 0 0,64 22 128 0,-64-22-128 0,0 0 128 0,59 27-128 0,-59-27 128 0,0 0 0 0,0 0 0 0,53 47 0 0,-53-47 0 0,0 0 16 0,0 0 0 0,0 0 0 0,24 75 0 0,-24-75 0 0,0 0 0 0,12 62 0 0,-12-62 0 0,0 0 16 0,10 70 0 0,-10-70 0 0,4 58 0 0,-4-58-160 0,3 57 192 0,-3-57-192 0,2 72 192 0,-2-72-192 0,3 83 128 0,-3-39-128 0,0-44 128 0,14 88-128 0,-14-88 0 0,0 87 144 0,-3-44-144 0,1-2 0 0,2-41 144 0,0 62-144 0,0-62 0 0,0 73 176 0,0-26-176 0,-1 8 160 0,2 4-160 0,4 2 192 0,-3-2-64 0,0 1-128 0,-2-1 192 16,3 0-64-16,-5 2 0 0,-3-6-128 0,-2 4 192 0,0 5-64 0,7 2-128 0,8 5 176 0,-2-2-176 0,-5-5 160 0,0-3-160 0,1-1 128 0,-4 5-128 0,-5 3 128 0,3 3-128 0,7 4 0 0,0 1 128 0,0-1-128 0,1 0 0 0,2 0 0 0,-5-1 0 0,-7 3 0 0,8 2 128 0,12 1-128 0,-4 1 0 0,-6-2 0 0,-3-7 0 0,1-3 128 0,-6 8-128 0,-6 6 0 0,4 2 0 0,6-2 0 0,4-7 128 0,-1-8-128 0,0 8 0 0,-12 8 0 0,4 5 128 0,1 0-128 0,6-3 0 0,8-1 0 0,-3-5 0 0,-4-10 0 0,-6 3 0 0,-5 8 144 0,2 3-144 0,9 2 128 0,1-2-128 0,0-2 160 0,-4 0-160 0,-9 0 144 0,0 0-144 0,5 1 128 0,7-8-128 0,4-12 0 0,0 7 128 0,-2 6-128 0,-6 4 0 0,-7 2 0 0,1-3 0 0,4-1 128 0,3-3-128 0,7 1 0 0,-4-4 0 0,-5-7 0 0,-1 5 0 0,3 2 0 0,-1 3 0 0,1-1 0 0,6-2 0 0,6-4 0 0,-2-3 0 0,-6 2 0 0,-4-1 0 0,-5 0 0 0,-1 1 0 0,6-2 0 0,3-4 0 0,5-5 0 0,1-2 0 0,-9-54 0 0,17 100 0 16,-17-100 0-16,5 96 0 0,-10-49 0 15,1-2 0-15,4-1 0 0,0-3 0 0,0-41 128 16,1 77-128 0,-1-77 0-16,3 68 128 0,-3-68-128 0,10 61 128 0,-10-61-128 0,14 57 192 0,-14-57-192 15,-3 42 192-15,-1-17 688 0,4-25 144 0,-6 53 16 0,2-25 16 16,4-28-1680-1,-6 52-336-15,6-52-64 0,-7 54 0 0,4-27 816 0,-1-1 208 0,0 0 0 16,0-1 0-16,-2 1 0 0,2-2 0 16,0-2 0-16,-1 1 0 0,0-2 0 31,0 2 0-31,5-23 0 0,-4 51 0 0,4-51 0 16,-4 49 0-16,4-49 0 0,-3 48 0 0,3-48 0 0,-3 50 0 0,3-50 0 0,-1 45 0 0,1-45 0 0,-3 46 0 15,3-46 0-15,-1 44 0 0,1-44 0 0,-2 43 0 0,2-43 0 0,-1 41 0 16,1-41 0-1,-2 41 0-15,2-41 0 0,-2 38 0 0,2-38 0 16,-5 41 0 0,5-41 0-16,-4 42 0 0,4-42 0 0,-3 47 0 0,3-47 0 0,-1 46 0 0,1-46 0 0,0 45 0 0,0-45 0 15,0 47 0-15,0-47 0 16,0 47 0-16,0-47 0 0,0 42 0 0,0-42 0 0,0 0 0 0,4 52 0 16,-4-52 0-16,0 0 0 15,0 0 0-15,2 53 0 0,-4-43 0 0,2-10 192 16,0 0-64-16,0 0 0 0,0 0-128 0,-4 39 192 0,2-35-192 0,2-1 192 0,-2-1-192 15,-1-1 224-15,-1 0-64 0,-2-2-16 16,-1-2 0 0,0 0 128-16,-2-2 32 0,-2-1 0 0,-2-1 0 0,2 1-64 0,-3-1-16 0,-3 0 0 0,-4-1 0 0,-8-2-80 0,-3-1-16 15,-5-1 0-15,-4 1 0 0,-1 1-128 16,-3 2 192-16,1-1-192 0,-1 3 192 0,-1 4-192 0,3 0 0 16,-1 4 144-16,0-1-144 15,3 3 0-15,-1 0 0 0,-1 4 0 0,2-1 128 0,5 3-128 0,-1-2 0 16,3 2 0-16,3 0 0 0,4 0-224 0,5 0-16 15,3-1 0-15,4 1 0 16,5-1-736-16,1 1-160 0,5-2-16 0,4-8-16 16,0 0-624-16,0 0-112 15</inkml:trace>
  <inkml:trace contextRef="#ctx1" brushRef="#br0" timeOffset="54241.94">19605 3319 15663 0,'0'0'1392'0,"-1"0"-1120"0,1 0-272 0,0 0 0 0,-2 1 1088 0,1 1 176 0,-2-1 16 0,-1 3 16 0,-2 4 1568 0,-1 0 304 16,0 5 64-16,-3 2 16 0,3 2-1456 0,-1 2-304 15,2 2-48-15,0 1-16 0,3 1-720 0,1 0-160 16,0-1-32-16,2-22 0 0,2 40-192 0,-2-40-32 0,0 0-16 0,0 0 0 16,22 68-32-16,-22-68-16 15,0 0 0-15,0 0 0 0,0 0-32 0,57 50-16 0,-57-50 0 0,0 0 0 16,0 0-176-16,60 17 192 0,-45-17-192 16,-1-2 192-16,-2-3-64 0,0 0 0 0,-2 0 0 15,-2-2 0-15,2-1 112 16,-2-2 16-16,2-1 0 0,-1-3 0 0,-1-1 176 0,-1-2 32 0,0 1 16 0,-1-4 0 15,-2 0 80-15,-1-1 16 0,1 0 0 0,-4-3 0 0,2 2-64 16,-4 1-16-16,1 1 0 0,-3 1 0 0,-3 0-144 16,-2 2-32-16,-1 5 0 0,-1-3 0 0,-3 3-128 15,-3 0-48-15,-1 4 0 16,-1-1 0-16,4 5-144 0,-1 0 160 16,-1 3-160-16,-3 1 160 0,-2 2-160 0,-1 3 0 0,1 3 0 0,-1 2 0 0,3 3 0 0,2-1 0 15,4 4-192-15,2-2 192 16,3 3-816-1,3-1-32-15,4 1-16 0,2-17-13536 0,0 0-2688 0</inkml:trace>
  <inkml:trace contextRef="#ctx1" brushRef="#br0" timeOffset="54522.52">20068 3527 27647 0,'-2'-7'1216'0,"0"2"256"0,1 3-1168 0,-1-1-304 0,2 1 0 0,0 1 0 0,0-1 1696 0,0 1 288 0,0-2 48 0,-1-1 16 15,2 0 16-15,-1 0 16 0,3 1 0 0,-1-2 0 16,-1 4-1312-16,0 0-256 0,1-1-48 0,-1 2-16 16,-1-1-160-16,0 1-32 0,0 0-16 0,0 0 0 0,-1 0-240 0,-1 1 0 15,1 1 0-15,0-1 0 16,-2 0-704-16,1 2-128 0</inkml:trace>
  <inkml:trace contextRef="#ctx1" brushRef="#br0" timeOffset="54763.27">20232 3224 29487 0,'0'-1'2624'0,"0"-1"-2112"0,0 2-512 16,0 0 0-16,0 0 1536 0,0 2 208 0,-1-1 48 0,-1 2 0 16,1 4 128-16,0 2 16 0,-2 5 16 0,1 3 0 0,0 3-1200 0,0 1-240 0,1 0-64 0,-1 2 0 15,1 1-192-15,1-24-64 0,0 45 0 0,0-45 0 16,0 0-192-16,4 56 144 0,-4-56-144 0,0 0 128 31,0 0-128-31,0 0 0 0,11 58 0 0,-9-49 0 31,1-1 0-31,0-2-192 0,-1 1 32 16,3-1 16-16,-3-1-816 0,1-1-144 16</inkml:trace>
  <inkml:trace contextRef="#ctx1" brushRef="#br0" timeOffset="55863.27">19471 4805 1839 0,'-3'-1'160'0,"0"-1"-160"0,0 2 0 0,2 0 0 0,0 0 2112 0,-1 2 400 15,-1-1 80-15,-1 2 16 0,-3 3 528 0,-3 2 96 0,-3 5 32 0,1 4 0 16,0 1-960-16,1 1-192 0,3 2-48 0,1 0 0 16,1 0-1200-16,3 0-240 0,3-21-48 0,0 0-16 15,10 55-368-15,-10-55-64 0,0 0 0 0,0 0-128 16,58 57 352-16,-58-57-32 0,0 0-16 0,56 17 0 16,-56-17 176-16,0 0 32 0,53-2 16 0,-38-2 0 0,-1-3 208 31,-1 0 32-31,1 0 16 15,-3-1 0 1,1-1-16-16,0-1 0 0,1-3 0 0,-1-1 0 0,-1-1-240 0,-3 1-48 0,1 0-16 0,-2-1 0 0,-2 0 112 0,-2-3 32 0,0-2 0 0,-4-3 0 0,-2 3 32 31,-3-1 0-31,-4 1 0 0,-1 1 0 0,-3 2-160 0,-2 0-32 0,-2 1 0 16,-2 2 0-16,-1 3-192 0,-2 1-64 0,2 1 0 16,1 2 0-16,1 4-192 0,2 2 0 0,3 1 0 15,-3 1 0-15,4 4-192 0,2-1-128 0,2 3-16 0,4 1-16 16,0 4-800-1,4 1-144-15,1 1-48 0,0-14-18944 0</inkml:trace>
  <inkml:trace contextRef="#ctx1" brushRef="#br0" timeOffset="56089.2">19893 4986 33167 0,'-1'-1'2944'0,"1"-1"-2352"0,0 1-464 0,0 1-128 15,-2-2 1328-15,2 1 240 0,-1 0 48 0,0-1 16 16,1-1-464-16,-2 0-80 16,2 1-32-16,0-1 0 0,2 1-1056 0,-2 1 0 0,1 1-208 0,-1 1-18672 15</inkml:trace>
  <inkml:trace contextRef="#ctx1" brushRef="#br0" timeOffset="57094.93">20061 4863 7999 0,'-7'13'176'0,"2"-6"32"0,0 3 16 0,1-3 0 15,1-2-224-15,2 1 0 0,-2 0 0 0,0 5 0 0,-1 7 2176 0,-2 8 400 0,4 1 80 0,2-27 16 0,1 51-608 0,-1-51-112 16,0 0-32-16,0 0 0 0,34 62-384 0,-34-62-96 16,0 0-16-16,0 0 0 0,54 21-64 0,-42-21-16 0,2-1 0 0,-1-2 0 15,0 0-272-15,-3-3-64 0,1 2-16 0,-3-3 0 16,1 3-160-16,-1-5-48 16,0 1 0-16,-1-4 0 15,0 3-272-15,-3-4-64 0,2 0-16 0,-1-1 0 0,-2 0 32 0,0 0 16 16,-2 0 0-16,1-2 0 0,-2 2 64 31,-2-3 16-31,-1 0 0 0,-2-1 0 0,1-1-48 0,-4 2-16 0,0 2 0 0,-3 2 0 0,1 2-128 0,-2 1-32 0,0 1 0 31,-2 1 0-31,-2 2-144 0,3 2-16 0,2 1-16 0,0 2 0 0,1 1-160 0,1 1 0 0,2 2 0 0,0 1 128 16,2 2-288-16,-1 1-64 0,3 1-16 0,0 2 0 16,3 2-752 15,0-1-160-31,2 3-16 0,1-3-19440 0</inkml:trace>
  <inkml:trace contextRef="#ctx1" brushRef="#br0" timeOffset="57390.8">20337 4843 23951 0,'5'-10'1056'0,"-2"5"224"0,2-1-1024 0,-1 2-256 0,0 1 0 0,-1 0 0 15,1 0 1328-15,3-1 208 0,3-3 32 0,6-3 16 16,2-1 912-16,0 1 192 0,2 0 48 0,-3 0 0 16,1 3-1760-16,-2 2-336 0,-3-1-80 0,-2 2-16 15,-3-1-352-15,-1 3-64 0,-1 0 0 0,-2 2-128 16,1-1 128-16,-4 2-128 0,-1 1 0 0,0-1 0 16,-1 3-320-16,-4-1-128 0,4 4-32 0,-3-1-17680 15</inkml:trace>
  <inkml:trace contextRef="#ctx1" brushRef="#br0" timeOffset="57668.79">20314 4879 6447 0,'-4'4'576'0,"3"-3"-576"0,-1 1 0 0,1-1 0 0,1 1 2768 0,0-2 448 15,1 1 96-15,1 0 16 0,0 2 128 0,4 0 16 16,1 1 16-16,2-1 0 0,0 1-1312 0,3-1-256 0,-1 0-48 0,0 0-16 15,1 0-896-15,-1-1-192 16,-11-2-48 0,0 0 0-16,0 0-384 0,0 0-80 0,61 20 0 0,-61-20-16 0,0 0-96 0,0 0-16 0,0 0 0 0,0 0 0 15,55 36 32 17,-50-31 0-17,1 2 0 1,-4 2 0-16,-1-2 32 0,-1 0 0 0,-1 0 0 15,-5 1 0-15,-1 1 32 0,-2-2 16 0,-1 0 0 0,-1 0 0 0,-2 0-48 0,-1-1 0 0,-1-1 0 0,-1 1 0 0,1-2-16 0,1 1-16 0,-1-1 0 0,3-1 0 0,0-1-160 0,4 1 160 0,2-1-160 0,3-1 160 16,2-1-544 0,0 0-128-16,2 0 0 15,2-1-19088-15</inkml:trace>
  <inkml:trace contextRef="#ctx1" brushRef="#br0" timeOffset="58551.15">19592 7361 22111 0,'0'0'1968'0,"0"0"-1584"0,0 1-384 0,0 1 0 0,0-2 1152 0,0 1 128 0,2 1 48 0,-1 0 0 0,2 3 400 0,0-1 96 16,1 1 16-16,0 0 0 0,1-1-1392 0,-3 0-288 15,1 2-160-15,-1-1 192 0,-1 3-192 0,-1-3 0 16,0 2 0-16,0 3 0 0,-1 0 0 0,1-10 0 16,0 0 0-16,0 0 0 15,7 57-608-15,-7-57 0 0,0 0 0 0,0 0-13760 0</inkml:trace>
  <inkml:trace contextRef="#ctx1" brushRef="#br0" timeOffset="58660.71">19536 8998 8287 0,'3'48'368'0</inkml:trace>
  <inkml:trace contextRef="#ctx1" brushRef="#br0" timeOffset="58898.81">19441 10439 7519 0,'0'0'672'0,"0"0"-544"0,33 64-128 0,-33-64 0 0,0 0 0 0,0 0 0 15,0 0 0-15,12 66 0 16,-12-66-304-16,7 77-80 0,-5-28-32 0,-6-1 16 0,-1-3 3664 0,-3-5 720 16,-1-5 160-16,-2-5 16 15,1-5 80-15,2-2 16 0,-1-3 0 0,5-2 0 0,3-3-2272 0,1-15-448 0,0 0-80 0,0 0-32 16,0 0-1152-16,15 54-272 0,-15-54 0 0,0 0-12256 15,0 0-2480-15</inkml:trace>
  <inkml:trace contextRef="#ctx1" brushRef="#br0" timeOffset="62140.71">19660 2084 11055 0,'3'-1'976'0,"-2"-2"-784"0,1 2-192 0,-2-1 0 0,0 1 1712 0,0-1 288 0,0 1 64 0,1-3 16 0,1-2 1680 0,-1 0 336 16,0 2 64-16,-1 1 0 16,-1 2-1872-16,0 2-384 0,-1 4-80 0,-1 0-16 0,1 4-992 0,-3 3-208 15,0 4-32-15,-1 2-16 0,-1 3-208 0,0 1-32 16,0 2-16-16,0 0 0 0,0 3-80 0,1-2-16 15,3-1 0-15,0 0 0 16,3-24-32-16,2 42-16 0,-2-42 0 0,0 0 0 0,8 50 800 31,-8-50 176-31,0 0 16 32,0 0 16-32,0 0-1648 0,44 48-336 0,-44-48-64 15,0 0-16-15,0 0 896 0,59 13 0 0,-59-13 0 0,0 0 0 0,54-9 0 0,-36 3 0 0,1-1 0 0,-2-2 128 0,0-1 48 0,0-2 0 0,-2 1 0 0,-2 0 0 0,-2-1 176 0,-1 1 32 0,-3 0 16 0,-3 0 0 16,-1-2 128-1,-3-1 32-15,-4 0 0 0,-3-2 0 0,-2 0 128 16,-2 1 16-16,-3-1 16 0,-1-1 0 0,-5-1-112 0,3 1-32 16,1 3 0-16,2-2 0 0,-1-1-192 0,-1 1-64 15,-2-4 0-15,2 1 0 0,1 2-128 0,0 3-16 16,3 2-16 15,0 2 0-31,3 1-160 0,2 5 0 0,1 0 0 0,0 2 0 0,3 4 0 0,3 1 0 0,2 2-144 0,3 2 144 16,-5-7-1200-1,0 0-128-15,0 0-16 0,0 0-16 0,53 65-560 16,-53-65-96-16</inkml:trace>
  <inkml:trace contextRef="#ctx1" brushRef="#br0" timeOffset="62455.27">20129 2306 18431 0,'-1'-3'816'0,"-1"2"160"0,1 1-784 0,0 0-192 0,1 0 0 0,-2 0 0 0,1 0 3152 0,-2 1 592 0,-1 1 112 0,-2 0 32 16,-1 1-736-16,0 2-144 0,1-1-16 0,1 1-16 0,-1 0-1584 0,2 0-320 16,-1 0-64-16,3-3-16 15,-1 3-432-15,1-1-96 0,2-1-16 0,2-1 0 0,-1 0-304 16,1 1-144-16,0-2 128 0,0 1-128 0,1-2 0 0,1 0-304 15,0 1 48-15,2-2 16 16,-1 1-848-16,0-2-160 0,0 2-32 0,-2-1-18624 0</inkml:trace>
  <inkml:trace contextRef="#ctx1" brushRef="#br0" timeOffset="62756.1">20283 2050 13359 0,'-3'-1'288'0,"2"1"64"0,-1 0 16 0,1 0 16 0,0 1-384 0,-1 1 0 0,1-1 0 16,-1 2 0-16,0 3 4592 0,-1 2 848 0,-3 5 160 15,0 2 32-15,1 4-2816 0,-1-1-560 0,3 2-112 0,1 0-32 0,2-20-1280 0,0 36-256 16,0-36-48-16,0 0-16 0,0 0-192 0,11 57-32 16,-11-57-16-16,0 0 0 0,0 0-32 15,0 0-16 17,0 0 0-17,0 0 0-15,59 37-96 16,-59-37-128-16,0 0 176 0,0 0-176 0,48 0 128 0,-35-2-128 15,-13 2 0-15,0 0 0 0,0 0 0 0,42-5 0 0,-32 3 0 0,-3 1 0 16,-3-2-592-16,1 0-128 0,-1-1-32 0,-1 1-18624 0</inkml:trace>
  <inkml:trace contextRef="#ctx1" brushRef="#br0" timeOffset="62961.51">20472 2060 18431 0,'0'2'1632'0,"-1"-1"-1312"0,1 2-320 0,-1 0 0 0,-1 0 3088 0,1 1 560 0,-2 6 96 0,-1 2 32 15,-2 8-560-15,-2 6-96 0,-1 6-32 0,-1 3 0 16,0 2-1520-16,2-2-304 0,-1-2-64 0,2-3-16 0,3-4-256 0,4-26-48 15,-4 43-16-15,4-43 0 0,0 0-608 0,1 48-128 16,-1-48-128-16,0 0 176 31,0 0-1008-31,16 52-192 0,-16-52-32 0,0 0-20480 0</inkml:trace>
  <inkml:trace contextRef="#ctx1" brushRef="#br0" timeOffset="67329.06">15710 1814 38703 0,'0'0'3440'0,"-8"2"-2752"0,8-2-560 0,0 0-128 0,0 0 0 0,0 0 0 0,0 0 144 0,-4 35-144 0,4-35-144 0,-3 40-112 15,3-40 0-15,4 51-16 0,-4-51 512 0,10 57 96 16,-10-57 32-16,10 60 0 0,-10-60-368 0,13 66 0 15,-13-66 0-15,12 75 0 0,-12-75 0 0,14 81 0 16,-14-81 0-16,15 84 0 0,-15-84 0 0,11 75 224 16,-11-75-32-16,11 78 0 0,-11-78 112 0,14 86 16 15,-14-86 0-15,14 78 0 0,-14-78-176 16,16 80-16-16,-16-80-128 0,14 79 192 0,-14-79-192 0,13 71 0 16,-13-71 128-16,7 61-128 0,-7-61 0 0,4 54 144 0,-4-54-144 15,2 48 128-15,-2-48-128 0,0 46 192 0,0-46-192 16,0 43 192-1,0-43-192-15,0 0 192 0,2 46-192 0,-2-46 192 16,0 0-192-16,0 0 0 0,22 54 0 0,-22-54 128 0,0 0-128 0,0 0 0 0,0 0 144 0,57 24-144 16,-57-24 0-16,0 0 0 15,57-6 0-15,-57 6 0 16,44-10 0 0,-44 10 0-1,48-11-144-15,-48 11 144 0,52-11 0 0,-52 11 0 0,54-10-144 0,-54 10 144 0,55-9 0 0,-55 9 0 0,65-7 0 0,-28 4 0 0,5-1 0 0,3 0 0 0,6 0 0 16,3 0 0-16,1-1 0 0,0 1 0 0,0 0 0 15,-3 0 0-15,2-2 0 16,1 2 0-16,3-1 0 0,0 1 0 0,3 3-128 0,1-1 128 0,3 4 0 0,-2-1 0 0,-1 1 0 16,-2 0 0-16,0-2 0 15,1 2 0-15,-1-2 0 0,2 0 0 0,3 1 0 0,0 1 0 0,2 1 0 16,0-2 0-16,-1 0 0 0,-2-1 0 0,-6 0 0 16,4 0 0-16,7 0 0 0,3 2 0 0,0 1 0 0,-4-1 0 0,-3 3 0 15,-7-4 0-15,-7 0 0 0,5 1 0 16,9-1 128-16,5 2-128 0,0 1 0 0,-1 1 0 15,-5-1 0-15,-1 0 0 0,2 0 0 0,2-1 128 0,-6 0-128 16,4 0 0 0,7 1 0-16,1-1 0 0,-1 1 0 0,-3 0 0 15,-1 2 0 1,0-2 0-16,0 2 0 0,-2-2 0 0,2 2 0 0,0-1 0 0,-3 1 0 0,1 1 0 0,-1 0 0 0,0 0 0 0,-3 2 0 31,2-1 0-31,2 1 0 0,1-2 128 0,2 1-128 0,0-1 0 0,-1-1 128 0,0 1-128 0,-2-1 0 16,-1 1 0-16,-1-2 128 15,2 0-128-15,0-1 0 0,-1-1 0 0,0-2 0 0,-2 3 0 0,-7-1 0 16,-2 1 0 0,-6 1 128-16,0 0-128 0,0 0 0 0,-3-1 0 0,-45-4 160 0,81 8-160 0,-81-8 160 0,76 6-160 0,-76-6 144 0,66 3-144 15,-66-3 128 1,57 1-128-16,-57-1 0 0,45-3 0 0,-45 3 128 0,38-5-128 0,-38 5 0 16,31-10 0-16,-31 10 0 0,27-13 0 0,-27 13 144 15,27-18-144-15,-16 6 160 0,0-2-160 0,-1 2 192 16,0-4-48-16,-1-1-16 0,-2-1 0 0,0 1 0 15,-2-4 0-15,1-5 0 0,-2-2 0 0,1-2 0 0,-3-1 0 0,1 0 0 16,0-1 0 0,-2-4-128-16,-1 1 192 0,2-2-192 31,-2-1 192-31,0 1-192 0,-2 2 160 0,2-2-160 0,0-1 160 0,0-4-160 0,-1-4 160 0,1 0-160 0,0-4 160 0,0 4-32 16,1-4 0-16,-1-1 0 0,0-1 0 0,2 1-128 15,-1 2 192-15,-1 2-192 0,0 2 192 0,0 1-192 16,0-2 192-16,-1-2-192 0,-1-2 192 0,1 4-32 0,-2 2 0 0,0 3 0 0,1 1 0 0,-3 5 48 0,1 0 16 31,0 1 0-31,1 3 0 0,-1 2-48 16,0 3-16-16,-1 0 0 15,3 1 0-15,-3-4-160 0,0 4 192 0,0 0-192 0,1 1 192 0,-2 1-192 0,1 2 0 16,-2 4 0-16,0 0 128 0,-2 1 0 16,1 4-128-16,-4 0 192 0,1 2-64 0,0 1 16 0,-3 1 0 15,-2 1 0-15,-1 2 0 0,-1-1-144 16,-3 2 160-16,-2 1-160 0,-2-1 160 0,1 1-160 0,-3 0 0 15,-6 2 0-15,-2-1 0 0,-5 2 0 0,-5 2 0 0,-4 1 128 16,-8 1-128-16,-2 0 0 0,-5 3 0 0,-3-1 0 0,-4 1 0 16,6-2 0-1,-6 3 0 1,-8-1 0-16,-8 2 0 0,-7 3 0 0,-4-1 0 0,-1-1 128 0,-4-2-128 0,-6 2 0 0,-1 2 128 0,-2-1-128 16,-2-1 128-16,2-2 0 0,-7 2 0 0,-9 1 0 15,-4-1 0-15,0 2 48 0,-4-2 0 0,-4 1 0 16,4-3 0-16,9 1 16 0,-10-1 0 0,-10-1 0 15,-1 0 0-15,3 0-64 0,-2-2 0 0,-4-1 0 16,1-1 0-16,4 0 16 0,1-1 0 0,1 0 0 0,4 1 0 0,4-2 0 16,2 0 0-16,0-1 0 0,10-1 0 0,8-2-144 15,5 0 0-15,6-1 0 0,0-3 0 16,2 0-304 0,11-3-144-16,14 0-16 0,8 0-16 0,5-2-656 0,5-1-128 0,7-1-16 0,8 0-21008 0</inkml:trace>
  <inkml:trace contextRef="#ctx1" brushRef="#br0" timeOffset="72929.52">10898 2916 36863 0,'-6'-15'3264'0,"0"3"-2608"0,2 7-528 0,4 3-128 0,0 2 416 0,-1-4 48 0,-2-7 16 15,-3-7 0-15,-2-5-480 0,-2-4 0 0,-2-1 0 0,-2 1 0 0,-1-1-160 0,-4-1 160 16,0 1-128-16,-4-1 128 31,-2 0-432-31,-5 2 0 0,-4-2 0 0,-4 1 0 0,-4-2 272 0,-5 0 160 0,-3 2-192 0,-5-3 192 0,-1-2 384 0,-2 2 192 16,3 2 48-16,0-1 0 0,3 3-208 0,-8-3-32 15,-5-2-16 1,-3-1 0-16,3 4-64 0,-5-5-16 0,-7 0 0 0,-6 0 0 0,-3 2 16 0,-4 0 0 0,-4 6 0 31,-3-1 0-31,-1 0-48 0,0 0-16 0,-4 2 0 0,-1 1 0 0,-2 1-112 31,1 2 0-31,0 0-128 0,1-1 192 0,0 4-192 0,0 0 0 0,-3-2 0 0,2 3 0 16,0-1 0-16,-9 2 0 0,-8 1 0 0,-3-1 0 16,1 3 0-16,0 2 0 0,1 4 0 0,-3 1 0 15,-1 3 0-15,-1 2 128 0,4 2-128 0,-6 4 0 16,-1 2 192-16,-4 3-64 0,1 2-128 0,-4 4 192 0,-4 4-48 16,-2 4-16-16,2 1 0 15,-1 3 0-15,-3 3 48 0,4 2 0 0,3 1 0 0,2 1 0 0,8 3 0 16,7-1 0-16,7 0 0 0,1 2 0 0,1 4 16 15,1 5 0-15,1 3 0 0,2 1 0 0,2 4-192 16,2 1 128-16,-2 2-128 0,3 1 128 0,4-1-128 0,0 2 0 16,3-2 0-16,0 5 0 0,0 3 0 0,1 5 0 15,2 3 0-15,3-1 0 0,6-6 0 0,5-1 0 16,6 4 0-16,1 4 0 16,5 7 0-16,5 1 0 0,5 5 0 0,7-5 0 15,6-4 0-15,4-4 0 0,5 1 0 0,1 8 0 0,3 6 0 0,4 1 0 0,3-7 0 16,6-2 0-16,4 3 0 15,5 6 0-15,5 5 0 0,5-3 0 0,6-4 0 0,6-2 0 0,5 1 0 0,7 2 0 16,4 2 0-16,8-1 0 0,7-7 0 0,5 0 0 16,5-4-144-1,2-1 144-15,5-1 0 0,8-3 0 0,9-2-160 0,4-3 160 0,5-4-128 32,4-2 128-32,1-2-128 0,2 0 128 0,8-3-128 0,3-1 128 0,2-3-160 0,5-2 160 0,5-2-192 0,6-6 192 0,5-4-176 15,2-3 176-15,2 0-160 16,-5-8 160-16,-2-5-128 0,14 0 128 0,9 2 0 0,6-4-144 0,0-2 144 15,4-2 0-15,2-1 0 0,-2-1-128 16,-8-3 128-16,7-1 0 16,7-1 0-16,2 1-128 0,5-2 128 0,-3-1 0 0,-4-1 0 0,3-1-128 15,2-2 128-15,0-2-128 0,-1-1 128 0,-2-2-128 16,0-1 128-16,-4-1-128 0,-7-3 128 0,-1-5-128 0,2-1 128 0,-2-4-160 0,1-3 160 16,-2-3-160-16,-8-2 160 0,-2-4 0 0,0 1 0 15,-9-3 0-15,-4-3 0 0,0-3 144 16,0-4-16-16,-5-2-128 0,0 2 208 0,-11-4-64 15,-15 1-16-15,-4-5 0 0,-1-3 48 0,0-8 0 16,-4-2 0-16,-5-4 0 0,-6-1 80 0,-1-2 32 0,1-5 0 0,-3-1 0 16,-3-3 128-16,-8 0 32 0,-2-3 0 0,-6-4 0 15,0-4 0 1,-3 0 0-16,-3 0 0 0,-5-3 0 16,-2-4-64-16,-6-3-16 0,-1-2 0 0,-5-1 0 0,-5 2-16 0,-6-2 0 0,-4-3 0 0,-5 2 0 15,-3 2 48 1,-4 4 16-1,-4 0 0-15,-1 7 0 0,-3 8-16 16,-2-3 0-16,-2-2 0 0,-3 4 0 0,-2 2-400 0,1 6 0 0,0 9 128 0,-1 3-128 0,0 2-832 16,-4 0-208-16,-2 3-48 0,-2 3 0 15,-1 3-688-15,-2 3-144 0</inkml:trace>
  <inkml:trace contextRef="#ctx1" brushRef="#br0" timeOffset="74307.58">5281 2094 11055 0,'-2'-17'976'0,"0"2"-784"0,2 5-192 0,0 4 0 0,0 2 496 0,0-3 48 16,0-9 16-16,0-8 0 0,-2-7 432 0,2 0 96 0,-1 4 0 0,1 7 16 15,-2 9-448-15,2 7-80 0,-1 5-32 0,1 9 0 16,0 7-112-16,-1 9-32 16,-2 10 0-16,-1 8 0 0,-2 3-16 0,-3 9-16 0,-2 11 0 0,-2 6 0 31,-2 8-192-31,-4-4-48 0,3-3 0 0,-1-8 0 15,0-5-128-15,-2 1 0 0,1-3 0 0,0-3 0 0,-1-7 0 16,2-7-144-16,2-2 144 0,2-8-160 0,2-3 336 16,2-7 64-16,4-2 16 0,2-4 0 0,3-16-256 15,0 0 0-15,0 0 0 0,0 0-10176 16</inkml:trace>
  <inkml:trace contextRef="#ctx1" brushRef="#br0" timeOffset="74689.28">4784 2706 15663 0,'-16'8'688'0,"6"2"144"0,2 3-656 0,2-2-176 0,5-1 0 0,1-1 0 16,0 3 464-16,-2 9 64 0,1 15 16 0,1 12 0 16,1 7 576-16,4 0 112 0,0 2 32 0,4-7 0 15,-1-3-640-15,3-3-128 0,-11-44-32 0,30 79 0 0,-30-79-176 0,37 64-32 16,-37-64-16-16,41 50 0 0,-41-50 32 0,0 0 16 16,63 43 0-1,-63-43 0-15,0 0-32 16,62 4 0-16,-62-4 0 0,50-18 0 0,-26 4 112 0,3-6 16 15,1-4 0-15,2-6 0 0,-3 3 224 0,1-5 48 0,1-4 16 0,4-5 0 16,1-2-96-16,1-1 0 0,-1 0-16 0,0 2 0 0,3 1-320 0,-3 1-64 16,-2 3-16-16,1 3 0 0,1 1-160 0,-1 1 0 15,3 3-192-15,-2 2-14432 0</inkml:trace>
  <inkml:trace contextRef="#ctx1" brushRef="#br0" timeOffset="77454.67">3370 8897 17503 0,'7'-6'1552'0,"-5"3"-1232"0,3 2-320 0,-1-2 0 0,-1 1 448 0,0 0 16 0,1-1 16 0,4-1 0 0,5-5 1008 0,4-4 208 16,3-2 32-16,0-4 16 0,-1 0-160 0,0-3-48 0,-4 0 0 0,-1-1 0 16,-1 2-160-16,-2-2-32 0,-2 2-16 0,-1 0 0 15,-1 0-448-15,-1 0-96 16,-2 2-16-16,1 4 0 0,-3-1-336 0,0 5-80 16,-1 2-16-16,1 2 0 0,-2 3-128 0,0 3-16 0,1 1-16 0,-1 1 0 15,0 5-176-15,-1 2 0 0,-1 5 144 0,1 4-144 16,-2 6 0-16,-1 1 0 0,1-2 0 0,-1 1 0 15,1 2 0 439,0 3 0-454,-1 4 0 0,1-1 0 0,0 0 0 0,2-3 0 0,-1-3 0 0,2-1 0 0,0 0 0 0,2 0-160 0,-1-2 160 0,0-3 0 0,2 1-240 0,0-3 64 0,0 0 16 0,-2-3 0 0,2 0-80 0,-1-2-16 0,0-1 0 0,0-3 0 0,-1 2-512 0,1-3-128 0,-1-1 0 0,1-2-16 0,-1-1-816 0,0 0-144 0,-1 1-48 0,0 0-11920 0</inkml:trace>
  <inkml:trace contextRef="#ctx1" brushRef="#br0" timeOffset="77503.74">3327 9162 21183 0,'3'-3'944'0,"-2"2"192"0,2-1-912 0,2 1-224 0,-1 0 0 0,-1 1 0 0,2-2 1536 0,5 2 272 0,6 0 48 0,5-1 16 0,4-1 64 0,2 1 16 0,1 0 0 0,-2-1 0 0,1-1-704 0,-1 1-144 0,1-1-16 16,-1-2-16-16,1 3-432 0,-3-3-96 0,2 1-16 0,-2 0 0 0,-2 0-288 0,-1-1-64 0,-3 1-16 0,-1 1 0 0,-3 1-160 0,-1-1 0 0,0 1 0 0,-3 2 0 0,-2-1-864 0,-1 1-208 0,2-2-32 0,-2 2-16128 0</inkml:trace>
  <inkml:trace contextRef="#ctx1" brushRef="#br0" timeOffset="77643.35">4183 8808 19343 0,'5'-6'848'0,"-3"3"192"0,1 2-832 0,0 1-208 0,-2 0 0 0,1 1 0 0,1 2 1136 0,2 1 176 0,4 5 32 0,-9-9 16 0,0 0 688 0,0 0 144 0,55 56 32 0,-55-56 0 0,0 0-768 0,0 0-160 0,68 64-16 0,-68-64-16 16,0 0-544-16,0 0-96 0,70 51-32 0,-70-51 0 15,0 0-240-15,0 0-48 0,65 31-16 0,-51-27 0 16,-1 0-112-16,0-1-32 0,-2 1 0 0,-1-2 0 0,0 0-144 0,-2-2-144 16,-1 2 144-16,-1-2-208 15,0-2-1952-15,-3 2-384 0</inkml:trace>
  <inkml:trace contextRef="#ctx1" brushRef="#br0" timeOffset="77834.42">4439 8863 16575 0,'-4'2'1472'0,"1"1"-1168"0,1 0-304 0,1 0 0 0,0 0 2096 0,-2 2 352 0,-3 5 80 0,-5 6 16 15,-3 6 416-15,-3 4 96 0,1 1 16 0,1 0 0 16,1-1-1440-16,2-2-288 0,4-2-48 0,-1-4-16 15,4-1-928-15,-2-2-192 0,2 0-32 0,0-3-128 16,2 0 0-16,2-3 0 16,-1 1 0-16,2-3-12432 0,2 1-2368 15</inkml:trace>
  <inkml:trace contextRef="#ctx1" brushRef="#br0" timeOffset="78662.39">5545 8272 11167 0,'-10'7'240'0,"5"-1"48"0,0-2 16 0,2 3 16 0,1-1-320 0,0 1 0 0,1 3 0 0,-2 8 0 16,-1 12 2112-16,-2 12 368 0,-1 9 64 0,1 3 16 31,2-3-864-31,0-3-160 0,1-3-48 0,2-4 0 16,-1-2-864-16,2-1-176 0,0 2-48 0,0-40 0 15,7 72-400-15,-7-72 128 0,13 57-128 0,-13-57 0 16,0 0 272-16,40 65-16 515,-40-65-16-515,0 0 0 0,58 43 528 0,-58-43 128 0,0 0 0 0,67 24 16 0,-67-24-336 0,0 0-80 0,68 5-16 0,-45-8 0 0,-4-1 32 0,1-2 0 0,0-1 0 0,-3-3 0 0,0 0 320 0,-2-1 64 0,-3 1 0 0,-2 0 16 0,-2 0-80 0,-1-1-32 0,0-2 0 0,-1-1 0 0,-2 0-384 0,0 0-80 0,-1 0-16 0,0-2 0 0,0-2 0 0,0-4-16 0,-3 1 0 0,1 0 0 0,1 0 48 0,-1 0 16 0,-1-2 0 0,-1 2 0 0,-1 1-48 0,1 2 0 0,-2 4 0 0,-1 4 0 0,1 3-96 0,-1 4-32 0,1 1 0 0,0 5 0 0,0 3-192 0,-1 4 128 0,2 4-128 0,1 0 0 0,0 3 0 0,3 4 0 0,1 5 0 0,2-1 0 0,-5-25 0 0,0 0-128 0,24 69 128 0,-24-69-160 0,0 0-112 0,36 68-32 0,-36-68 0 0,0 0 0 0,50 59-64 0,-50-59-16 0,0 0 0 0,60 43 0 0,-60-43 128 0,0 0 32 0,64 21 0 0,-64-21 0 16,41 0 224-16,-23-3 0 0,1-2 0 0,-2-3 0 0,-2 0 0 0,-1-2 0 0,2-1 128 0,-5-5-128 0,-1 2 448 0,-3-1 0 0,-1-1-16 0,-6-1 0 0,0-1 96 0,-3-2 32 0,-6-3 0 0,-2-1 0 0,-2 0-112 0,-3-3 0 0,-6 2-16 0,0 1 0 0,-2 3-144 0,0 0-32 0,0 4 0 0,-2 3 0 0,2 2-112 0,-1 4-16 0,1 2-128 0,1 3 192 0,3 0-192 0,2 5 0 0,1 2 0 0,0 2 0 0,3 4-656 0,3 1-32 0,1 5 0 0,3-1 0 0,1 3-416 0,3 1-96 0,5 3-16 0,1 0-18528 0</inkml:trace>
  <inkml:trace contextRef="#ctx1" brushRef="#br0" timeOffset="79059.11">6627 8857 23039 0,'4'-14'1024'0,"-2"5"192"0,-1 2-960 0,-1 0-256 0,0 3 0 0,-1 1 0 0,-1-2 2512 0,-2-4 464 0,-3-4 96 0,-6-2 0 0,-2-1-960 0,-6 4-208 0,-2 3-48 0,0 3 0 16,2 6-1152-16,0 2-224 0,0 3-48 0,2 4-16 0,4 1-288 0,1 3-128 16,1 1 128-16,5 1-128 0,1 1 0 0,2 1 0 15,4 1 0-15,1 0 0 0,0-18 0 0,0 0 0 16,0 0 0-16,28 67 0 0,-28-67-224 0,0 0 32 15,0 0 0-15,0 0 0 0,75 24 64 0,-58-28 128 0,-1-1-208 32,-1-3 80-32,1-2 128 0,-1-3 0 0,-1-1 0 0,0 0 0 15,1-3 0-15,-3 2 176 0,1-2-176 16,-3 2 192-16,-3 3 48 0,-1 2 16 0,-4 3 0 0,0 3 0 0,-1 2 16 0,-1 4 16 0,2 0 0 0,-2 4 0 31,-2 4-160-31,4 5-128 0,-1 2 192 16,0 3-192-16,-1-20 128 0,6 54-128 0,-6-54 0 0,6 69 0 0,-3-31 0 31,-1 3 0-31,0 2 0 0,-4-2 0 0,1-2 0 0,-2-2 0 0,-2-5 0 0,-3 1 0 0,1 1 0 0,-2-3 0 16,-1 0 0-16,-2 0 0 0,-2 2 0 15,0 0 0-15,-1 0 0 0,-2-2 0 0,1-1 240 0,-1-5-16 16,3-4 0-16,1-4 0 0,1-3 256 0,0-2 48 16,1-5 16-16,1-2 0 0,0-2 96 0,3-3 0 15,0-1 16-15,0-5 0 0,1-1-144 0,2-4-16 16,0-2-16-16,2-2 0 0,2-2-176 15,2-3-48-15,1 0 0 0,1-3 0 0,2 2-112 0,1-7-16 16,5-6-128-16,4-6 192 0,2 4-192 31,-1 3 0-31,0 6 0 0,0 5 0 0,-3 5 0 0,0 3 0 0,0 4 0 0,-2 3 0 16,-1 3-736 0,0 2-32-16,-1 1-16 0,0 1 0 0,0 4-672 0,-1 0-128 0,-1 2-16 0,0 1-18688 0</inkml:trace>
  <inkml:trace contextRef="#ctx1" brushRef="#br0" timeOffset="79605.22">7455 8314 9215 0,'-3'5'816'0,"-1"-1"-656"0,-2 2-160 0,2-1 0 0,0 1 1632 0,-3 2 288 0,-6 9 64 0,-7 10 16 0,-7 11 480 0,-5 10 80 0,-2 5 32 0,3 0 0 0,4-5-624 0,4-1-128 15,5-3-32-15,3-2 0 0,3 2-816 0,4-3-160 16,4-3-48-16,4-1 0 0,1-5-272 0,-1-32-64 15,14 57-16 1,-14-57 0-16,0 0 80 16,38 69 0-16,-38-69 16 15,0 0 0-15,45 57-112 0,-45-57-32 16,0 0 0-16,0 0 0 0,65 50-240 0,-65-50-144 0,0 0 160 0,0 0-160 0,64 30 0 0,-51-26 0 0,-2 1 0 0,0-1 0 16,-2-3-848-1,-1 2-176 1,-1-2-16-16,-1 1-15728 0</inkml:trace>
  <inkml:trace contextRef="#ctx1" brushRef="#br0" timeOffset="80075.45">7784 8711 20271 0,'-3'0'1792'0,"0"2"-1424"0,1 1-368 0,0 1 0 0,1 0 1408 0,-1 2 224 0,-2 4 32 0,-3 7 16 16,0 7 80-16,0 3 16 0,3 2 0 0,2 2 0 16,2-31-1120-16,6 67-208 0,-6-67-64 0,14 59 0 15,-14-59-384-15,0 0 128 0,38 69-128 0,-38-69 0 16,0 0 0-16,65 41 0 0,-65-41 128 0,0 0-128 16,69 12 320-16,-46-14 48 0,-2-2 0 0,-1-3 0 15,-3-2 400-15,0-1 64 0,0-4 32 0,0-1 0 0,-2-2-48 16,-2-2-16 15,-2 2 0-31,-1-1 0 0,0-2-240 0,-3 2-48 0,-4-2-16 16,-2 0 0-16,-2-2 48 0,-3-4 16 0,-5 2 0 15,-1 0 0-15,1 3-112 0,-6 0-32 0,-2 4 0 0,-1 1 0 0,-3 4-208 0,0 3-32 16,2 4-16-16,1 0 0 0,0 4-160 0,1 2-224 0,0 2 48 0,4 3 16 16,3 0-688-16,2 1-144 0,3 2-32 0,4 1-12240 15,2 2-2464-15</inkml:trace>
  <inkml:trace contextRef="#ctx1" brushRef="#br0" timeOffset="80315.89">8267 8925 32255 0,'-3'3'1424'0,"2"-2"304"0,1 0-1392 0,0 1-336 0,0-1 0 0,0 1 0 0,1-1 1152 0,1 2 176 0,-1 3 16 0,3 1 16 16,1 0-784-16,2 3-144 0,-3-2-48 0,0 2 0 31,3-3-1392-31,-2 1-272 0,-3-2-64 0,4 1-16 0</inkml:trace>
  <inkml:trace contextRef="#ctx1" brushRef="#br0" timeOffset="80884.98">8510 8737 11631 0,'13'-21'256'0,"-6"11"48"0,1 1 16 0,-3 2 0 0,-4 3-320 0,1 1 0 0,-1 2 0 0,2-3 0 0,4-1 3056 0,-2 2 528 0,1 2 128 0,-3 5 0 0,0 2-1312 0,-3 4-272 0,0 3-48 0,-4 2-16 0,-5 1-816 0,6 2-160 0,3-18-48 0,0 0 0 0,7 55-352 0,-7-55-80 0,0 0-16 0,0 0 0 0,0 0-144 0,47 62-16 0,-40-55-16 0,4-1 0 0,-11-6-32 0,0 0-16 0,58 7 0 0,-39-7 0 0,-4-1-176 0,1-2-16 0,-2-1-16 0,1-1 0 0,5 0-160 0,1-2 0 0,5 0 0 0,-4-1-12448 0,1 3-2368 0</inkml:trace>
  <inkml:trace contextRef="#ctx1" brushRef="#br0" timeOffset="80916.31">8926 8536 19343 0,'-12'-3'848'0,"7"2"192"0,-1 1-832 0,2 1-208 0,1 2 0 0,0 0 0 0,2 3 3120 0,-5 8 576 0,-1 4 112 0,-2 6 32 0,1 9-1408 0,1 2-288 0,3 0-48 0,1 2-16 0,0 1-1248 0,2 2-256 0,1-40-64 0,4 76 0 0,-4-76-256 0,13 79-48 0,-13-79-16 0,14 74 0 0,-14-74-192 0,21 60 0 0,-21-60 0 0,0 0-160 0,30 71-560 0,-25-57-112 0,-1-5-32 0,-1 1-17376 0</inkml:trace>
  <inkml:trace contextRef="#ctx1" brushRef="#br0" timeOffset="80996.49">8948 8275 38703 0,'3'-3'1712'0,"3"5"352"0,2 2-1648 0,1 0-416 0,-5-3 0 0,0 2 0 0,3 4 240 0,-7-7-48 0,0 0 0 0,82 62 0 0,-23-22 48 0,5 2 0 0,2 5 0 0,-2-2 0 0,-5-1-96 0,-59-44-16 0,103 78 0 0,-103-78 0 0,79 69-128 0,-79-69 0 0,60 61 0 0,-60-61 0 0,53 60 0 47,-53-60 192-47,46 65-64 0,-46-65 0 0,25 61 64 0,-25-61 0 0,1 52 0 0,-5-29 0 0,1-2-32 0,-1-1 0 0,0-3 0 0,0-3 0 16,-3 2-416-16,-5-4-64 0</inkml:trace>
  <inkml:trace contextRef="#ctx1" brushRef="#br0" timeOffset="81584.63">1772 8909 31327 0,'0'0'2784'0,"62"0"-2224"0,-39 0-560 0,-6-1 0 0,-3-1 128 0,6 0-128 0,18-1 0 0,25-1 0 0,18-2 992 0,25-4 96 0,-6 0 0 0,-8-3 16 15,-12 2-832 1,-10 0-272-16,-13 2 160 0,-9 5-15952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section headers to chunk content in your presentation.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the same style of section header throughout your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0407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567B5689-CF6E-272A-EC7B-2C217FEBD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>
            <a:extLst>
              <a:ext uri="{FF2B5EF4-FFF2-40B4-BE49-F238E27FC236}">
                <a16:creationId xmlns:a16="http://schemas.microsoft.com/office/drawing/2014/main" id="{4B78B8FD-CF44-4C0A-F053-CE16A39B7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>
            <a:extLst>
              <a:ext uri="{FF2B5EF4-FFF2-40B4-BE49-F238E27FC236}">
                <a16:creationId xmlns:a16="http://schemas.microsoft.com/office/drawing/2014/main" id="{9E8C3ABE-460F-2E4C-85F1-AB2521E1A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8687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567B5689-CF6E-272A-EC7B-2C217FEBD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>
            <a:extLst>
              <a:ext uri="{FF2B5EF4-FFF2-40B4-BE49-F238E27FC236}">
                <a16:creationId xmlns:a16="http://schemas.microsoft.com/office/drawing/2014/main" id="{4B78B8FD-CF44-4C0A-F053-CE16A39B7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>
            <a:extLst>
              <a:ext uri="{FF2B5EF4-FFF2-40B4-BE49-F238E27FC236}">
                <a16:creationId xmlns:a16="http://schemas.microsoft.com/office/drawing/2014/main" id="{9E8C3ABE-460F-2E4C-85F1-AB2521E1A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2834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BF07564F-43D4-4E8F-922C-B9761ECE8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>
            <a:extLst>
              <a:ext uri="{FF2B5EF4-FFF2-40B4-BE49-F238E27FC236}">
                <a16:creationId xmlns:a16="http://schemas.microsoft.com/office/drawing/2014/main" id="{82A8E824-D501-768C-36E7-4B65F66A1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>
            <a:extLst>
              <a:ext uri="{FF2B5EF4-FFF2-40B4-BE49-F238E27FC236}">
                <a16:creationId xmlns:a16="http://schemas.microsoft.com/office/drawing/2014/main" id="{5FF3DC8A-5EC2-38B0-8EA7-8487A63504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7954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567B5689-CF6E-272A-EC7B-2C217FEBD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>
            <a:extLst>
              <a:ext uri="{FF2B5EF4-FFF2-40B4-BE49-F238E27FC236}">
                <a16:creationId xmlns:a16="http://schemas.microsoft.com/office/drawing/2014/main" id="{4B78B8FD-CF44-4C0A-F053-CE16A39B7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>
            <a:extLst>
              <a:ext uri="{FF2B5EF4-FFF2-40B4-BE49-F238E27FC236}">
                <a16:creationId xmlns:a16="http://schemas.microsoft.com/office/drawing/2014/main" id="{9E8C3ABE-460F-2E4C-85F1-AB2521E1A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8687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6"/>
          <p:cNvSpPr/>
          <p:nvPr/>
        </p:nvSpPr>
        <p:spPr>
          <a:xfrm>
            <a:off x="156308" y="164123"/>
            <a:ext cx="11871569" cy="655735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" name="Google Shape;13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_White">
  <p:cSld name="6_Title Slide_Whit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4"/>
          <p:cNvSpPr txBox="1">
            <a:spLocks noGrp="1"/>
          </p:cNvSpPr>
          <p:nvPr>
            <p:ph type="ctrTitle"/>
          </p:nvPr>
        </p:nvSpPr>
        <p:spPr>
          <a:xfrm>
            <a:off x="1524000" y="2618133"/>
            <a:ext cx="9144000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 b="0"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4"/>
          <p:cNvSpPr txBox="1">
            <a:spLocks noGrp="1"/>
          </p:cNvSpPr>
          <p:nvPr>
            <p:ph type="subTitle" idx="1"/>
          </p:nvPr>
        </p:nvSpPr>
        <p:spPr>
          <a:xfrm>
            <a:off x="1524000" y="423505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0" name="Google Shape;60;p54"/>
          <p:cNvSpPr/>
          <p:nvPr/>
        </p:nvSpPr>
        <p:spPr>
          <a:xfrm>
            <a:off x="156308" y="164123"/>
            <a:ext cx="11871569" cy="65573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61" name="Google Shape;61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4092" y="1369995"/>
            <a:ext cx="1016000" cy="1109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_Red">
  <p:cSld name="2_Section Header_Red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4" name="Google Shape;144;p6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Roboto Slab"/>
              <a:buNone/>
              <a:defRPr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6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2000"/>
              <a:buNone/>
              <a:defRPr sz="2000">
                <a:solidFill>
                  <a:srgbClr val="D5888C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800"/>
              <a:buNone/>
              <a:defRPr sz="1800">
                <a:solidFill>
                  <a:srgbClr val="D5888C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68"/>
          <p:cNvSpPr/>
          <p:nvPr/>
        </p:nvSpPr>
        <p:spPr>
          <a:xfrm>
            <a:off x="156308" y="164123"/>
            <a:ext cx="11871569" cy="6557352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2D883C-B967-84F5-34BE-A372B8FC927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57383D-E12B-2E66-23B9-0EE11B8436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3DD1A-760B-1E25-19F7-436EC8F47E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67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  <a:defRPr sz="44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8" name="Google Shape;8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9" name="Google Shape;9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0" name="Google Shape;10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71" r:id="rId3"/>
    <p:sldLayoutId id="214748367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9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8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7.png"/><Relationship Id="rId5" Type="http://schemas.openxmlformats.org/officeDocument/2006/relationships/tags" Target="../tags/tag6.xml"/><Relationship Id="rId10" Type="http://schemas.openxmlformats.org/officeDocument/2006/relationships/image" Target="../media/image6.svg"/><Relationship Id="rId4" Type="http://schemas.openxmlformats.org/officeDocument/2006/relationships/tags" Target="../tags/tag5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1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7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20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9.png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../media/image8.sv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image" Target="../media/image7.png"/><Relationship Id="rId5" Type="http://schemas.openxmlformats.org/officeDocument/2006/relationships/tags" Target="../tags/tag25.xml"/><Relationship Id="rId10" Type="http://schemas.openxmlformats.org/officeDocument/2006/relationships/image" Target="../media/image6.svg"/><Relationship Id="rId4" Type="http://schemas.openxmlformats.org/officeDocument/2006/relationships/tags" Target="../tags/tag24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30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33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16.sv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9.png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image" Target="../media/image8.sv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image" Target="../media/image7.png"/><Relationship Id="rId5" Type="http://schemas.openxmlformats.org/officeDocument/2006/relationships/tags" Target="../tags/tag38.xml"/><Relationship Id="rId10" Type="http://schemas.openxmlformats.org/officeDocument/2006/relationships/image" Target="../media/image6.svg"/><Relationship Id="rId4" Type="http://schemas.openxmlformats.org/officeDocument/2006/relationships/tags" Target="../tags/tag37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9.png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../media/image8.sv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image" Target="../media/image7.png"/><Relationship Id="rId5" Type="http://schemas.openxmlformats.org/officeDocument/2006/relationships/tags" Target="../tags/tag45.xml"/><Relationship Id="rId10" Type="http://schemas.openxmlformats.org/officeDocument/2006/relationships/image" Target="../media/image6.svg"/><Relationship Id="rId4" Type="http://schemas.openxmlformats.org/officeDocument/2006/relationships/tags" Target="../tags/tag44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9.png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image" Target="../media/image8.sv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image" Target="../media/image7.png"/><Relationship Id="rId5" Type="http://schemas.openxmlformats.org/officeDocument/2006/relationships/tags" Target="../tags/tag52.xml"/><Relationship Id="rId10" Type="http://schemas.openxmlformats.org/officeDocument/2006/relationships/image" Target="../media/image6.svg"/><Relationship Id="rId4" Type="http://schemas.openxmlformats.org/officeDocument/2006/relationships/tags" Target="../tags/tag51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7.png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image" Target="../media/image10.sv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../media/image9.png"/><Relationship Id="rId5" Type="http://schemas.openxmlformats.org/officeDocument/2006/relationships/tags" Target="../tags/tag59.xml"/><Relationship Id="rId10" Type="http://schemas.openxmlformats.org/officeDocument/2006/relationships/image" Target="../media/image6.svg"/><Relationship Id="rId4" Type="http://schemas.openxmlformats.org/officeDocument/2006/relationships/tags" Target="../tags/tag58.xml"/><Relationship Id="rId9" Type="http://schemas.openxmlformats.org/officeDocument/2006/relationships/image" Target="../media/image5.png"/><Relationship Id="rId1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9.png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image" Target="../media/image8.sv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image" Target="../media/image7.png"/><Relationship Id="rId5" Type="http://schemas.openxmlformats.org/officeDocument/2006/relationships/tags" Target="../tags/tag66.xml"/><Relationship Id="rId10" Type="http://schemas.openxmlformats.org/officeDocument/2006/relationships/image" Target="../media/image6.svg"/><Relationship Id="rId4" Type="http://schemas.openxmlformats.org/officeDocument/2006/relationships/tags" Target="../tags/tag65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71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16.sv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7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7.png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image" Target="../media/image10.sv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image" Target="../media/image9.png"/><Relationship Id="rId5" Type="http://schemas.openxmlformats.org/officeDocument/2006/relationships/tags" Target="../tags/tag79.xml"/><Relationship Id="rId10" Type="http://schemas.openxmlformats.org/officeDocument/2006/relationships/image" Target="../media/image6.svg"/><Relationship Id="rId4" Type="http://schemas.openxmlformats.org/officeDocument/2006/relationships/tags" Target="../tags/tag78.xml"/><Relationship Id="rId9" Type="http://schemas.openxmlformats.org/officeDocument/2006/relationships/image" Target="../media/image5.png"/><Relationship Id="rId14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7.png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image" Target="../media/image10.sv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../media/image9.png"/><Relationship Id="rId5" Type="http://schemas.openxmlformats.org/officeDocument/2006/relationships/tags" Target="../tags/tag86.xml"/><Relationship Id="rId10" Type="http://schemas.openxmlformats.org/officeDocument/2006/relationships/image" Target="../media/image6.svg"/><Relationship Id="rId4" Type="http://schemas.openxmlformats.org/officeDocument/2006/relationships/tags" Target="../tags/tag85.xml"/><Relationship Id="rId9" Type="http://schemas.openxmlformats.org/officeDocument/2006/relationships/image" Target="../media/image5.png"/><Relationship Id="rId14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7.png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12" Type="http://schemas.openxmlformats.org/officeDocument/2006/relationships/image" Target="../media/image10.sv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9.png"/><Relationship Id="rId5" Type="http://schemas.openxmlformats.org/officeDocument/2006/relationships/tags" Target="../tags/tag93.xml"/><Relationship Id="rId10" Type="http://schemas.openxmlformats.org/officeDocument/2006/relationships/image" Target="../media/image6.svg"/><Relationship Id="rId4" Type="http://schemas.openxmlformats.org/officeDocument/2006/relationships/tags" Target="../tags/tag92.xml"/><Relationship Id="rId9" Type="http://schemas.openxmlformats.org/officeDocument/2006/relationships/image" Target="../media/image5.png"/><Relationship Id="rId14" Type="http://schemas.openxmlformats.org/officeDocument/2006/relationships/image" Target="../media/image8.sv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9.png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image" Target="../media/image8.svg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image" Target="../media/image7.png"/><Relationship Id="rId5" Type="http://schemas.openxmlformats.org/officeDocument/2006/relationships/tags" Target="../tags/tag100.xml"/><Relationship Id="rId10" Type="http://schemas.openxmlformats.org/officeDocument/2006/relationships/image" Target="../media/image6.svg"/><Relationship Id="rId4" Type="http://schemas.openxmlformats.org/officeDocument/2006/relationships/tags" Target="../tags/tag99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05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08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11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1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Roboto Slab"/>
              <a:buNone/>
            </a:pPr>
            <a:r>
              <a:rPr lang="en-US" dirty="0"/>
              <a:t>Machine Learning</a:t>
            </a:r>
            <a:endParaRPr dirty="0"/>
          </a:p>
        </p:txBody>
      </p:sp>
      <p:sp>
        <p:nvSpPr>
          <p:cNvPr id="407" name="Google Shape;407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Exam 1 Review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FD9405-87A7-F83C-5789-BC0A8AB58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" y="998306"/>
            <a:ext cx="17145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92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 txBox="1">
            <a:spLocks noGrp="1"/>
          </p:cNvSpPr>
          <p:nvPr>
            <p:ph type="ctrTitle"/>
          </p:nvPr>
        </p:nvSpPr>
        <p:spPr>
          <a:xfrm>
            <a:off x="710020" y="2367077"/>
            <a:ext cx="11117179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</a:pPr>
            <a:r>
              <a:rPr lang="en-US" dirty="0"/>
              <a:t>Exam 1 Review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ED367C70-93A1-C689-B176-0BDECC15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>
            <a:extLst>
              <a:ext uri="{FF2B5EF4-FFF2-40B4-BE49-F238E27FC236}">
                <a16:creationId xmlns:a16="http://schemas.microsoft.com/office/drawing/2014/main" id="{31704299-37F4-1582-5E27-34A398B014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Classification</a:t>
            </a:r>
            <a:endParaRPr dirty="0"/>
          </a:p>
        </p:txBody>
      </p:sp>
      <p:sp>
        <p:nvSpPr>
          <p:cNvPr id="2" name="Google Shape;251;p1">
            <a:extLst>
              <a:ext uri="{FF2B5EF4-FFF2-40B4-BE49-F238E27FC236}">
                <a16:creationId xmlns:a16="http://schemas.microsoft.com/office/drawing/2014/main" id="{4FA8F7C2-691D-19BB-836B-3EFFE638C5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1075633" cy="260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Type of problem (binary, multi-class, multi-label)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Cost functions, loss functions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Metrics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Regularization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NN Output Activations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Gradient Descent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Learning rate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Convergence vs Divergence</a:t>
            </a:r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490046-9D09-1BFD-8DB1-4D18BBCE0FFE}"/>
              </a:ext>
            </a:extLst>
          </p:cNvPr>
          <p:cNvSpPr/>
          <p:nvPr/>
        </p:nvSpPr>
        <p:spPr>
          <a:xfrm>
            <a:off x="5544329" y="3949215"/>
            <a:ext cx="3356386" cy="34424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54CE6-1BBE-95D2-7C76-F56D6DC8D7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496"/>
          <a:stretch/>
        </p:blipFill>
        <p:spPr>
          <a:xfrm>
            <a:off x="591064" y="4386649"/>
            <a:ext cx="5249845" cy="226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22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A72FFC0-9B6C-673E-B48A-40AC56A6B416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D31E07-DB11-3AD5-4649-21361DF786A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5B5B5B"/>
                </a:solidFill>
              </a:rPr>
              <a:t>A telecom company uses historical usage data to predict whether a specific customer will stay or cancel their subscription next month. What type of problem is this?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E0256A-B9C9-2F5F-4AC5-03AB5945563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C04A6AF-3537-AB34-F375-8764279ED71F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BF60D6-507F-D6D9-0937-C443C82C535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FA1DFE-7846-AC69-C760-EB6AFBD24E2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64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673E60-1B1E-FBB9-09EA-87D2AED0FB9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27A03D-2335-7CD2-2639-90B782BA8CF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Which of the following best describes a loss function in machine learning?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1F60B7-1964-34F1-E759-4137EE802A12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4A3E899-EFAD-3ACE-0241-742876172A44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806974B1-9363-570A-4632-8D11B57E595D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D3B9E2C-8CD0-A467-DDF7-523E3AC02CBC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38608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059612-5802-D356-B96F-DD7B71A3FED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F9A5B3-0C30-0291-3BB3-C2C32D42B59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A Junior Analyst, "Sam," is tasked with building a model to predict whether a specific customer will stay or cancel their subscription next month. Sam uses a Large Language Model (AI) to generate the code and presents the following model to you for approval before deploying it to production. Do you consider this to be a: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C033E9-4C33-C73E-A428-8F81603B2C65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48725E0-D702-81A9-F221-DA88F0EC5E01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C36AE99B-9D49-AE56-8AA7-E77A30B0FCDF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0A53F7-BB58-653D-1740-ED9DF74F750B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239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29FEA8-38B9-3C1C-4CC3-7EEBE7E037D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46F5E3-FD01-801D-354E-347665A2C79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 In the provided code, the use of .toarray() to convert a sparse matrix into a dense matrix will reduce the total amount of memory (RAM) consumed by the computer because it simplifies the data structure into a standard array format.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601D10-6BCF-7AEF-13C4-A454E1B6C2D1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7BA16E8-8CB4-571C-D375-9A3E4B7E5942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F13898AE-8D92-0D8E-84D9-E57ABC453FB4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B44E76-FC4C-58F6-C725-1E7E35220831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291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CAAF87-62A0-3693-636D-0DFFA3EAA56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002548-AA5D-28DC-BE9F-10ADB8B3627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is wrong with the configuration used by Sam?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F7B95F-78C5-B98C-0A50-3F1124B9B6F1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1A695A4-877F-EC7E-99AA-F8AC074512F6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19C41D46-DDF7-937C-99D2-95FEACB9509C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D2717E-8763-CDB7-2079-718FA402E5E7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56898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3081597-FC53-D707-6718-EBC58CA987FA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D339CC-81A2-53CC-A2DF-31EADD622D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rgbClr val="5B5B5B"/>
                </a:solidFill>
              </a:rPr>
              <a:t>Which metric can you report for this problem?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9BA9642-D1FB-3CD0-E49A-0A6B27C2337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A446D5D-4805-33FD-3B07-7E47DDB97A54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D6495E-1A0A-DA2B-22DC-F4C1B6AC2B73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950D1D-32CD-6883-A296-D00DF83B9C2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488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F52DE5-3EC0-476E-2CF8-172F521465D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5DAC5E-2A8F-3AD3-7B30-2A344B81D08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Sam is training a neural network in TensorFlow for binary classification. He runs the code here. Is there anything wrong with the setup in the compile method?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DC12D0-199B-2B5D-D0EA-EB789A950812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FC9F870-7709-8004-A52A-DC3F1F992313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2DBD2AB6-497A-69B0-E6B4-887607A5CF41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E6CEB59-8873-090C-C9C3-528E4549ED59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0563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9D0864-6CEA-F3CE-0659-E2F47F061CE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10C064-B249-4C9E-1515-DFD2A79E6D3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Sam got this error. Based on your knowledge of Matrix Algebra and the error message above, why is the code failing?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66AE32-F04D-41CC-0C9E-3DB936223F58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5739F42-F296-19ED-7EFF-05FC34D57A4A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D8CD2453-07A5-695C-D047-742C38EC1BF3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F604B83-E59B-C52E-C4FE-CA9C1AB00177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8374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795E68-B54B-12AC-B798-B690E39CDA24}"/>
                  </a:ext>
                </a:extLst>
              </p14:cNvPr>
              <p14:cNvContentPartPr/>
              <p14:nvPr/>
            </p14:nvContentPartPr>
            <p14:xfrm>
              <a:off x="636840" y="365760"/>
              <a:ext cx="10229760" cy="1963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795E68-B54B-12AC-B798-B690E39CDA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7480" y="356400"/>
                <a:ext cx="10248480" cy="198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6021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EFAA705-7CCB-02C2-C620-58A3389F9D0D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697724-47D4-4909-466F-4AB3BF6D56C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5B5B5B"/>
                </a:solidFill>
              </a:rPr>
              <a:t>A churn prediction model outputs a probability of 0.85 that a customer will churn. The actual label is 1 (the customer churned). What is the binary cross-entropy loss for this single prediction?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0EBA18-E0BF-7AFE-B28C-44BA6D0DF6B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6A929F1-A970-7EC7-E5B5-07E865903BE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D4A132-8FDB-CB51-5310-3BEC3DB2AB6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5B3BA6-58E3-883B-A48A-A2B2FC90ABB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090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CF68068-69C7-B73A-D7EC-B78A0542DEB2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9BB5AC6-7548-714A-2201-9B3C0A5B2C3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5B5B5B"/>
                </a:solidFill>
              </a:rPr>
              <a:t>You are given a model that predicts the probability of customer churn for four customers. The actual churn labels (1 = churn, 0 = no churn) and the model’s predicted probabilities are shown in the table below. What is the binary cross-entropy cost for this batch?</a:t>
            </a:r>
            <a:endParaRPr lang="en-US" sz="2400" b="1" dirty="0">
              <a:solidFill>
                <a:srgbClr val="5B5B5B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7F3D796-78BC-9214-BA56-C9745401330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636A2B5-BC79-1657-9511-A2E6B430E68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6D92B10-F528-0E40-E3DB-4E8D8EEF150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E13A2D-6E6C-95B9-01F1-C6C30F1131F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906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ED367C70-93A1-C689-B176-0BDECC15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>
            <a:extLst>
              <a:ext uri="{FF2B5EF4-FFF2-40B4-BE49-F238E27FC236}">
                <a16:creationId xmlns:a16="http://schemas.microsoft.com/office/drawing/2014/main" id="{31704299-37F4-1582-5E27-34A398B014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Gradient Descent Algorithm</a:t>
            </a:r>
            <a:endParaRPr dirty="0"/>
          </a:p>
        </p:txBody>
      </p:sp>
      <p:sp>
        <p:nvSpPr>
          <p:cNvPr id="2" name="Google Shape;251;p1">
            <a:extLst>
              <a:ext uri="{FF2B5EF4-FFF2-40B4-BE49-F238E27FC236}">
                <a16:creationId xmlns:a16="http://schemas.microsoft.com/office/drawing/2014/main" id="{4FA8F7C2-691D-19BB-836B-3EFFE638C5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1075633" cy="4965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Based on going in the direction of the decreasing gradient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5250CB3-0A89-4A14-8362-92EF1D35EC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340" t="83509" r="38000" b="1023"/>
          <a:stretch/>
        </p:blipFill>
        <p:spPr>
          <a:xfrm>
            <a:off x="990378" y="2355144"/>
            <a:ext cx="3695500" cy="6611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D0F4219-64B8-49FF-BEDC-D5DC21019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378" y="3402026"/>
            <a:ext cx="3356386" cy="18795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035966-F0F8-47C7-BABE-4B9303AADA97}"/>
                  </a:ext>
                </a:extLst>
              </p:cNvPr>
              <p:cNvSpPr txBox="1"/>
              <p:nvPr/>
            </p:nvSpPr>
            <p:spPr>
              <a:xfrm>
                <a:off x="3353007" y="3134227"/>
                <a:ext cx="6433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kern="12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J</m:t>
                      </m:r>
                      <m:d>
                        <m:dPr>
                          <m:ctrlPr>
                            <a:rPr lang="en-US" sz="2400" b="0" i="1" kern="120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kern="120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w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035966-F0F8-47C7-BABE-4B9303AAD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007" y="3134227"/>
                <a:ext cx="643318" cy="461665"/>
              </a:xfrm>
              <a:prstGeom prst="rect">
                <a:avLst/>
              </a:prstGeom>
              <a:blipFill>
                <a:blip r:embed="rId5"/>
                <a:stretch>
                  <a:fillRect l="-6604" r="-943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489C0BB-06E7-40C1-B59D-D3FA5C07BF9A}"/>
              </a:ext>
            </a:extLst>
          </p:cNvPr>
          <p:cNvCxnSpPr/>
          <p:nvPr/>
        </p:nvCxnSpPr>
        <p:spPr>
          <a:xfrm flipH="1">
            <a:off x="2668571" y="3402026"/>
            <a:ext cx="706243" cy="3875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0EA74F6-BAF4-227C-B74D-975A4683CD85}"/>
                  </a:ext>
                </a:extLst>
              </p14:cNvPr>
              <p14:cNvContentPartPr/>
              <p14:nvPr/>
            </p14:nvContentPartPr>
            <p14:xfrm>
              <a:off x="3682080" y="2122920"/>
              <a:ext cx="7824240" cy="4604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0EA74F6-BAF4-227C-B74D-975A4683CD8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72720" y="2113560"/>
                <a:ext cx="7842960" cy="462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6383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E623073-D280-C9B6-F1AD-FDD84623A1ED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B32286-296E-E9CD-5C73-BCA62C566FE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>
                <a:solidFill>
                  <a:srgbClr val="5B5B5B"/>
                </a:solidFill>
              </a:rPr>
              <a:t>What is the most likely case given the learning curve given below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C669533-003B-6F2E-CF17-D3693B876BE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15C7EE5-DEC2-3111-172C-3E15458FFC91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B49EBC8-64EB-8BCC-7F29-FBBA839564F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B02A933-1B56-5854-D081-C20C81DA4AA6}"/>
              </a:ext>
            </a:extLst>
          </p:cNvPr>
          <p:cNvPicPr>
            <a:picLocks/>
          </p:cNvPicPr>
          <p:nvPr>
            <p:custDataLst>
              <p:tags r:id="rId7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4599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5857DE-4677-BF4A-189F-CB27D188BE80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A21DEE2-82E0-08A5-838F-5ED1AA55A276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4F9AD9C-3B26-3920-4DC7-8604CA73C0E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rgbClr val="5B5B5B"/>
                </a:solidFill>
              </a:rPr>
              <a:t>What is the most likely case given the learning curve below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5C5F597-1737-7554-3FDD-FB6D95C31F6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015B438-2309-1141-EBD9-663BC1FFB835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1156AC2-B2A7-DA41-53E2-20CB21F1F9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346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B4AD723-CED0-29B5-9E87-2A04D5B2F28C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0509C96-95F0-70F9-2092-43E2CE6D80A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5B5B5B"/>
                </a:solidFill>
              </a:rPr>
              <a:t>What is the most likely case given the learning curve of the model fit by Sam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F0F1ACF-1D28-132D-EC5F-49F787136F6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B4B4A41-0CA7-425A-5F9B-F37C1C2C122C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4095D60-B846-F48F-D9F7-BEE428F8DFD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74AD46-F358-8E35-68C9-AA1B050D7EA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434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D35653-54BE-88E9-CEDB-0CEF5434C12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D14692-6DF4-4FF4-D14B-9122DE12EA4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do you consider the main issue why this model is overfitting?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99869E-9A20-64AC-D044-8F25B60D97E7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C6D1427-633C-9FB5-A753-F3E79324C09F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B954801B-4575-0820-413E-83B4387A7BCB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DD60F37-06E7-7E76-6135-C3C6F4B372B7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01188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B6B5A9-6E04-99DE-1E98-58EBB3B118B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C44215-C586-5A5C-026F-8A198241933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You are given a model that predicts the probability of customer churn for four customers. The actual churn labels (1 = churn, 0 = no churn). The cost function for binary crossentropy is 0.79.Suppose the model has the following three weights: w = [0.8, -0.3, 1.2], and the regularization parameter alpha = 0.1, what is the total cost: J(w) + alpha*||w||_1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CB3E44-F1C5-B11E-9632-ABA71A4EA388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97C6975-0E77-C4B9-31CA-2204AF26CC0E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FBB3A0B8-5B56-B3A5-1E06-52A8D70F7CD7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6F86E9-E1DD-B17E-6F24-C2D385402455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062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7B9165E1-CDD9-FECD-0E3D-9A4D9C8F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>
            <a:extLst>
              <a:ext uri="{FF2B5EF4-FFF2-40B4-BE49-F238E27FC236}">
                <a16:creationId xmlns:a16="http://schemas.microsoft.com/office/drawing/2014/main" id="{D975BFA0-FDFB-9ADA-5F58-C3A70910BE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Image Classification Example</a:t>
            </a:r>
            <a:endParaRPr dirty="0"/>
          </a:p>
        </p:txBody>
      </p:sp>
      <p:sp>
        <p:nvSpPr>
          <p:cNvPr id="2" name="Google Shape;251;p1">
            <a:extLst>
              <a:ext uri="{FF2B5EF4-FFF2-40B4-BE49-F238E27FC236}">
                <a16:creationId xmlns:a16="http://schemas.microsoft.com/office/drawing/2014/main" id="{5B21311D-E61D-DE38-295B-B8B0E593AF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1075633" cy="4965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pic>
        <p:nvPicPr>
          <p:cNvPr id="1028" name="Picture 4" descr="Fashion-MNIST Dataset | Papers With Code">
            <a:extLst>
              <a:ext uri="{FF2B5EF4-FFF2-40B4-BE49-F238E27FC236}">
                <a16:creationId xmlns:a16="http://schemas.microsoft.com/office/drawing/2014/main" id="{07935CB7-7D3B-C5DE-3089-6BF133DC7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" y="1553528"/>
            <a:ext cx="4732972" cy="473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table with text on it&#10;&#10;AI-generated content may be incorrect.">
            <a:extLst>
              <a:ext uri="{FF2B5EF4-FFF2-40B4-BE49-F238E27FC236}">
                <a16:creationId xmlns:a16="http://schemas.microsoft.com/office/drawing/2014/main" id="{9C1435E5-A2DD-5C9C-13D3-3AEE48D81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016" y="1690688"/>
            <a:ext cx="44958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988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8DB8B03-4822-7B41-7AA0-D2F0FA6B10A6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EA1E659-E7A5-5916-27D2-2CF1DC4A51C7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8B23E6-7577-8604-C4EE-7B119A97C15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>
                <a:solidFill>
                  <a:srgbClr val="5B5B5B"/>
                </a:solidFill>
              </a:rPr>
              <a:t>What type of problem is this?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44C505E-7160-79C9-C7AC-84B2FDC1996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43FB4EC-0D5D-5C8B-9A80-48EA6C8C11B3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59781B0-8E4C-CCBF-A2C0-457432EA571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124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008EBC4-86C2-45D2-9D38-261F4F2EE61C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E77268A-ADE6-69C4-49DD-D0E34AE39FF0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80858C-32FD-79CD-5019-C9C9342E29A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>
                <a:solidFill>
                  <a:srgbClr val="5B5B5B"/>
                </a:solidFill>
              </a:rPr>
              <a:t>What cost function(s) can we use?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3DBFD4-1AF0-0A2A-ED3B-F65A436C0F1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5453D0F-464E-1565-FE54-CC045E745D63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CFB6E1E-EAF6-80E7-7644-E37F56F1C31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488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53DD-7C05-2333-5823-9BEE37E1B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5FE60EB-D0C1-31AC-1DF8-F611453AFF00}"/>
                  </a:ext>
                </a:extLst>
              </p14:cNvPr>
              <p14:cNvContentPartPr/>
              <p14:nvPr/>
            </p14:nvContentPartPr>
            <p14:xfrm>
              <a:off x="637920" y="214920"/>
              <a:ext cx="7338600" cy="3857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5FE60EB-D0C1-31AC-1DF8-F611453AFF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8560" y="205560"/>
                <a:ext cx="7357320" cy="387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9131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34C624C-0FB3-3BBF-7485-7A70ACD9D24F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4AC98D9-7671-A1E9-A6F3-680CF8A32EC6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6DDB3AB-7165-68F2-388A-B42A711E012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5B5B5B"/>
                </a:solidFill>
              </a:rPr>
              <a:t>A Fashion MNIST model makes the following probability predictions for an image. The true class is “Sneaker” (Class 7).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53F31DF-B30B-0B14-F8B6-2FE22ABADA4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F0C1289-19C2-10D6-C6BC-E7018725693E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58FC9D-9382-8CED-A760-214887E4BE1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265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FF5F-99A5-C24B-123C-0C3FEDBED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64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0C9495B-8FAB-07A3-B46E-B3A8B337564D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ECC575A-E813-2F41-9C8B-98ED5847694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5B5B5B"/>
                </a:solidFill>
              </a:rPr>
              <a:t>A Fashion MNIST model makes the following probability predictions for 4 images, with the actual class labels provided.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CE584C9-7CA3-D2BF-6503-ACFE7D8B3D2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BF37CDF-C950-A27C-4B5F-D0DA56FCB84D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EB18A24-7181-EAF7-0D0A-34946A3CFA9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2EA897-9D42-27B1-3EFF-7B5D3DE88CC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573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ED367C70-93A1-C689-B176-0BDECC15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>
            <a:extLst>
              <a:ext uri="{FF2B5EF4-FFF2-40B4-BE49-F238E27FC236}">
                <a16:creationId xmlns:a16="http://schemas.microsoft.com/office/drawing/2014/main" id="{31704299-37F4-1582-5E27-34A398B014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Types of Classification Problems</a:t>
            </a:r>
            <a:endParaRPr dirty="0"/>
          </a:p>
        </p:txBody>
      </p:sp>
      <p:sp>
        <p:nvSpPr>
          <p:cNvPr id="2" name="Google Shape;251;p1">
            <a:extLst>
              <a:ext uri="{FF2B5EF4-FFF2-40B4-BE49-F238E27FC236}">
                <a16:creationId xmlns:a16="http://schemas.microsoft.com/office/drawing/2014/main" id="{4FA8F7C2-691D-19BB-836B-3EFFE638C5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965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The 3 main classification problems are: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pic>
        <p:nvPicPr>
          <p:cNvPr id="3" name="Picture 2" descr="A detailed case study on Multi-Label Classification with Machine Learning  algorithms and predicting movie tags based on plot summaries! | by Saugata  Paul | Medium">
            <a:extLst>
              <a:ext uri="{FF2B5EF4-FFF2-40B4-BE49-F238E27FC236}">
                <a16:creationId xmlns:a16="http://schemas.microsoft.com/office/drawing/2014/main" id="{AAD46BF7-9E6A-594A-BE86-3484135A8B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44"/>
          <a:stretch/>
        </p:blipFill>
        <p:spPr bwMode="auto">
          <a:xfrm>
            <a:off x="557048" y="2522483"/>
            <a:ext cx="7733914" cy="3846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C0533E-F75E-E662-9549-52B176BB421A}"/>
              </a:ext>
            </a:extLst>
          </p:cNvPr>
          <p:cNvSpPr/>
          <p:nvPr/>
        </p:nvSpPr>
        <p:spPr>
          <a:xfrm>
            <a:off x="5556359" y="2581826"/>
            <a:ext cx="2625616" cy="3728099"/>
          </a:xfrm>
          <a:prstGeom prst="rect">
            <a:avLst/>
          </a:prstGeom>
          <a:solidFill>
            <a:srgbClr val="9F0927">
              <a:alpha val="29000"/>
            </a:srgbClr>
          </a:solidFill>
          <a:ln w="9525" cap="flat" cmpd="sng" algn="ctr">
            <a:solidFill>
              <a:srgbClr val="006971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976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82D44C-13A6-6164-4912-3F20D0F2C28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560190-EF3B-00BC-F3F5-480398052F2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Which statement best describes multilabel classification?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98FDC5-B421-35BF-9989-DFD8796DE515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8B0938A-0844-0C5D-A31A-342E7815B4E1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0E7A7BA2-6D45-ED23-9009-B952DD2B4FB5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35F2771-4EB4-5C8A-A3A2-C821F01ADE7F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59602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3650F6-8170-DA78-A08B-05773E29535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7D3D21-D641-E7DB-7962-BBF2067A99C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In a neural network for multilabel classification with 5 possible labels, which output layer is most appropriate?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0AFA36-8976-B85A-B501-98218865F9BC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E53B6F8-3DF5-0EA0-237F-2BAA8B146EC9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B07E27EA-2639-5329-99EE-969C25063806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8B80C6D-F0EC-17F0-C113-96655AF1052C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155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447D64-CE1A-EC72-0B0A-65C71B945C3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6BD93B-863D-87EE-D7B8-91A01DF67E5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A multilabel dataset has 200 observations and 7 possible labels. What is the correct shape of the target matrix Y?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F882CC-B93C-3BBC-611B-7F88EED54280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CA8ED74-A356-57E1-7E08-4CACF6F874C0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1863DDB7-463F-5665-DE38-71DC3C0DD12C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36E9EFF-DE1C-313F-D088-DB44AB756AC6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1980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312C52-4D14-5922-0BC2-8A244CFC1B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069E16-06A5-43E6-3B5C-57F70E02FA8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Suppose the true labels for one observation are:
[1, 0, 1, 0]
and the predicted probabilities are:
[0.91, 0.35, 0.62, 0.80]
Using a threshold of 0.5, what is the predicted label vector?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4DC8A9-63FE-9184-C4BB-054562147A11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F69ED5B-6B3C-6A55-EF42-ECE9B4DB7A6A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81BFC8BA-BF95-D07E-C206-4F1C52C5EE05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55A980A-02F0-1509-76F3-5D7C572ACFBF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362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00000000-0000-0000-0000-000000000000"/>
  <p:tag name="SLIDO_EVENT_UUID" val="8aaba695-3df0-4ebf-b2b2-c5817819bbe5"/>
  <p:tag name="SLIDO_EVENT_SECTION_UUID" val="9b018056-5edb-4a15-9a9e-6b51c454aed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23cde847-c99c-4da2-814c-724cdaa127c5"/>
  <p:tag name="SLIDO_TIMELINE" val="W3sic2hvd1Jlc3VsdHMiOmZhbHNlLCJwb2xsUXVlc3Rpb25VdWlkIjoiMzU2MjY3NWQtNGE2Ni00MWE4LTk3MmYtNmFhZGY2NThkZjg1In0seyJzaG93UmVzdWx0cyI6dHJ1ZSwicG9sbFF1ZXN0aW9uVXVpZCI6IjM1NjI2NzVkLTRhNjYtNDFhOC05NzJmLTZhYWRmNjU4ZGY4NSJ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99d4cd9a-4283-491c-ad36-7aac463f8c99"/>
  <p:tag name="SLIDO_TIMELINE" val="W3sicG9sbFF1ZXN0aW9uVXVpZCI6ImJkNDQzNzhiLWQ2MTgtNGRiOS04N2QzLThlZTcyMjYxMGM3MSIsInNob3dSZXN1bHRzIjp0cnVlfV0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2a459699-4389-4ea7-8f3b-450a30be9214"/>
  <p:tag name="SLIDO_TIMELINE" val="W3sic2hvd1Jlc3VsdHMiOmZhbHNlLCJwb2xsUXVlc3Rpb25VdWlkIjoiYWU5ZGY2MWItZWJmMS00MTNiLWFjZWItZjVmOWExMWVmZDJhIn0seyJzaG93UmVzdWx0cyI6dHJ1ZSwicG9sbFF1ZXN0aW9uVXVpZCI6ImFlOWRmNjFiLWViZjEtNDEzYi1hY2ViLWY1ZjlhMTFlZmQyYSJ9XQ=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8b8f6d0b-40fa-4ff0-ad43-9fba02e5922f"/>
  <p:tag name="SLIDO_TIMELINE" val="W3sic2hvd1Jlc3VsdHMiOmZhbHNlLCJwb2xsUXVlc3Rpb25VdWlkIjoiMDA5ODk3NDgtYWUwNC00OGYwLWI1NWQtMDJmZjFiMzIzOWFjIn0seyJzaG93UmVzdWx0cyI6dHJ1ZSwicG9sbFF1ZXN0aW9uVXVpZCI6IjAwOTg5NzQ4LWFlMDQtNDhmMC1iNTVkLTAyZmYxYjMyMzlhYyJ9XQ=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8f3aa26c-7319-4d5a-ab21-0c0343b8cb47"/>
  <p:tag name="SLIDO_TIMELINE" val="W3sicG9sbFF1ZXN0aW9uVXVpZCI6IjYwZTYzMzFmLWYyNjItNGExYS05Y2M3LTcyMWJlMWQ0ODI4YSIsInNob3dSZXN1bHRzIjpmYWxzZX0seyJwb2xsUXVlc3Rpb25VdWlkIjoiNjBlNjMzMWYtZjI2Mi00YTFhLTljYzctNzIxYmUxZDQ4MjhhIiwic2hvd1Jlc3VsdHMiOnRydWV9XQ=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42d3cc02-1415-49d1-a0f4-c403da253136"/>
  <p:tag name="SLIDO_TIMELINE" val="W3sic2hvd1Jlc3VsdHMiOmZhbHNlLCJwb2xsUXVlc3Rpb25VdWlkIjoiOThlODZiZjYtMGNiMC00YTI2LTliMWUtNjYyZjBmY2Q2YjQ5In0seyJzaG93UmVzdWx0cyI6dHJ1ZSwicG9sbFF1ZXN0aW9uVXVpZCI6Ijk4ZTg2YmY2LTBjYjAtNGEyNi05YjFlLTY2MmYwZmNkNmI0OSJ9XQ=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59f30fc0-c0a1-4345-81dc-7e532c573d64"/>
  <p:tag name="SLIDO_TIMELINE" val="W3sic2hvd1Jlc3VsdHMiOmZhbHNlLCJwb2xsUXVlc3Rpb25VdWlkIjoiMjBhMWE1ZTQtMTcxMS00YjI4LWI3OTgtYzE4MjRlOTBjOWYxIn0seyJzaG93UmVzdWx0cyI6dHJ1ZSwicG9sbFF1ZXN0aW9uVXVpZCI6IjIwYTFhNWU0LTE3MTEtNGIyOC1iNzk4LWMxODI0ZTkwYzlmMSJ9XQ=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6696f6a3-2eeb-4037-b537-7ca3c209c917"/>
  <p:tag name="SLIDO_TIMELINE" val="W3sic2hvd1Jlc3VsdHMiOmZhbHNlLCJwb2xsUXVlc3Rpb25VdWlkIjoiM2MzMTk1ZDQtZDQ4OC00NjBhLTg3NjktMTllMTdlYzViZTE3In0seyJzaG93UmVzdWx0cyI6dHJ1ZSwicG9sbFF1ZXN0aW9uVXVpZCI6IjNjMzE5NWQ0LWQ0ODgtNDYwYS04NzY5LTE5ZTE3ZWM1YmUxNyJ9XQ=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a9ccdfe8-78aa-4459-9de4-4b8490bd0fd1"/>
  <p:tag name="SLIDO_TIMELINE" val="W3sic2hvd1Jlc3VsdHMiOmZhbHNlLCJwb2xsUXVlc3Rpb25VdWlkIjoiY2JhMTc4YzAtN2FlYy00MjZjLWI1NmQtZGNiZWVjZjA5NTFjIn0seyJwb2xsUXVlc3Rpb25VdWlkIjoiY2JhMTc4YzAtN2FlYy00MjZjLWI1NmQtZGNiZWVjZjA5NTFjIiwic2hvd1Jlc3VsdHMiOnRydWV9XQ=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4b43e2fe-4d09-4869-87bc-7619d7578c85"/>
  <p:tag name="SLIDO_TIMELINE" val="W3sicG9sbFF1ZXN0aW9uVXVpZCI6IjIzZDg4N2QwLTA4MzktNDRiZi04NDgzLTA1ZTQ1MDJhMWQ0ZSIsInNob3dSZXN1bHRzIjpmYWxzZX0seyJwb2xsUXVlc3Rpb25VdWlkIjoiMjNkODg3ZDAtMDgzOS00NGJmLTg0ODMtMDVlNDUwMmExZDRlIiwic2hvd1Jlc3VsdHMiOnRydWV9XQ=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4b874859-054d-4b57-b905-90aa61e876c0"/>
  <p:tag name="SLIDO_TIMELINE" val="W3sic2hvd1Jlc3VsdHMiOmZhbHNlLCJwb2xsUXVlc3Rpb25VdWlkIjoiMjI1NGJmNjItMjljZi00NzhhLWI0ZWEtZmU3ZDhhM2I2OTE5In0seyJzaG93UmVzdWx0cyI6dHJ1ZSwicG9sbFF1ZXN0aW9uVXVpZCI6IjIyNTRiZjYyLTI5Y2YtNDc4YS1iNGVhLWZlN2Q4YTNiNjkxOSJ9XQ=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cdcfbed4-1802-4965-b777-71c3736c299f"/>
  <p:tag name="SLIDO_TIMELINE" val="W3sicG9sbFF1ZXN0aW9uVXVpZCI6IjlmYWFkMDBiLTA5Y2MtNDU4OS1hODhlLTc2NTNhZDQ1YzViYyIsInNob3dSZXN1bHRzIjpmYWxzZX0seyJwb2xsUXVlc3Rpb25VdWlkIjoiOWZhYWQwMGItMDljYy00NTg5LWE4OGUtNzY1M2FkNDVjNWJjIiwic2hvd1Jlc3VsdHMiOnRydWV9XQ=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6ca2f5c6-4a59-47a1-810e-37eaa6fa8b34"/>
  <p:tag name="SLIDO_TIMELINE" val="W3sic2hvd1Jlc3VsdHMiOmZhbHNlLCJwb2xsUXVlc3Rpb25VdWlkIjoiMzAyMjMyMzctZDc2MS00ZTA1LTg2Y2EtMDU2MjlhMDlhNDFkIn0seyJzaG93UmVzdWx0cyI6dHJ1ZSwicG9sbFF1ZXN0aW9uVXVpZCI6IjMwMjIzMjM3LWQ3NjEtNGUwNS04NmNhLTA1NjI5YTA5YTQxZCJ9XQ=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019e3fc2-1daf-461d-973a-ce7c4f3c9113"/>
  <p:tag name="SLIDO_TIMELINE" val="W3sic2hvd1Jlc3VsdHMiOnRydWUsInBvbGxRdWVzdGlvblV1aWQiOiI3ODFiMzk1Ny0wY2ViLTQyZTAtYTk4Ni00NzhmZmJjY2E4MjQifV0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e0a09f9b-aa1d-4e86-8161-83c04a610339"/>
  <p:tag name="SLIDO_TIMELINE" val="W3sicG9sbFF1ZXN0aW9uVXVpZCI6IjhkZWZlOTE5LWIwNjItNGNjOS05Yzk0LTRkOWViYTFhMDhiNSIsInNob3dSZXN1bHRzIjpmYWxzZX0seyJwb2xsUXVlc3Rpb25VdWlkIjoiOGRlZmU5MTktYjA2Mi00Y2M5LTljOTQtNGQ5ZWJhMWEwOGI1Iiwic2hvd1Jlc3VsdHMiOnRydWV9XQ==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1077d2fe-b0be-44a0-aaed-c85ca3d12534"/>
  <p:tag name="SLIDO_TIMELINE" val="W3sic2hvd1Jlc3VsdHMiOmZhbHNlLCJwb2xsUXVlc3Rpb25VdWlkIjoiNmIxMzk4ZGUtOWZmOS00MjQ1LWI4NzUtZDRmODNkZTZhNzliIn0seyJzaG93UmVzdWx0cyI6dHJ1ZSwicG9sbFF1ZXN0aW9uVXVpZCI6IjZiMTM5OGRlLTlmZjktNDI0NS1iODc1LWQ0ZjgzZGU2YTc5YiJ9XQ==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7803ee2f-955e-44ca-8c6b-3fd228a5a445"/>
  <p:tag name="SLIDO_TIMELINE" val="W3sicG9sbFF1ZXN0aW9uVXVpZCI6Ijc2YWQzYTVmLWQ1MjMtNGM4OS1iN2YzLWJlZDQ0ZDU3YzFiOCIsInNob3dSZXN1bHRzIjpmYWxzZX0seyJwb2xsUXVlc3Rpb25VdWlkIjoiNzZhZDNhNWYtZDUyMy00Yzg5LWI3ZjMtYmVkNDRkNTdjMWI4Iiwic2hvd1Jlc3VsdHMiOnRydWV9XQ==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456d43a7-86ba-446b-b576-1ae38c06cd6d"/>
  <p:tag name="SLIDO_TIMELINE" val="W3sic2hvd1Jlc3VsdHMiOmZhbHNlLCJwb2xsUXVlc3Rpb25VdWlkIjoiYzIyYzgyZmEtMWRkNC00YzFlLWI0ZjItNTUyZTUyZDEwZDQxIn0seyJzaG93UmVzdWx0cyI6dHJ1ZSwicG9sbFF1ZXN0aW9uVXVpZCI6ImMyMmM4MmZhLTFkZDQtNGMxZS1iNGYyLTU1MmU1MmQxMGQ0MSJ9XQ==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c683ce5f-849e-42d9-ba1d-db6b4f09ff64"/>
  <p:tag name="SLIDO_TIMELINE" val="W3sic2hvd1Jlc3VsdHMiOmZhbHNlLCJwb2xsUXVlc3Rpb25VdWlkIjoiNjUwYTI2MGEtNDdkZi00MDRlLTk2OTUtNGU2NzNlMmY5NWY0In0seyJzaG93UmVzdWx0cyI6dHJ1ZSwicG9sbFF1ZXN0aW9uVXVpZCI6IjY1MGEyNjBhLTQ3ZGYtNDA0ZS05Njk1LTRlNjczZTJmOTVmNCJ9XQ==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dce36016-a2df-4d5b-910e-49f65c65529c"/>
  <p:tag name="SLIDO_TIMELINE" val="W3sic2hvd1Jlc3VsdHMiOmZhbHNlLCJwb2xsUXVlc3Rpb25VdWlkIjoiZDY4ZGJkZDctYjkxYS00ZDliLTk2NDYtNWUwZWEzZTE2MWJmIn0seyJzaG93UmVzdWx0cyI6dHJ1ZSwicG9sbFF1ZXN0aW9uVXVpZCI6ImQ2OGRiZGQ3LWI5MWEtNGQ5Yi05NjQ2LTVlMGVhM2UxNjFiZiJ9XQ==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ea9749ef-e073-4379-ae24-b18497b76b7b"/>
  <p:tag name="SLIDO_TIMELINE" val="W3sicG9sbFF1ZXN0aW9uVXVpZCI6IjMyOWVlMGZkLTRlMzYtNGU1Yy04ZmJlLTZkMDI4MmE4NGMzMiIsInNob3dSZXN1bHRzIjpmYWxzZX0seyJwb2xsUXVlc3Rpb25VdWlkIjoiMzI5ZWUwZmQtNGUzNi00ZTVjLThmYmUtNmQwMjgyYTg0YzMyIiwic2hvd1Jlc3VsdHMiOnRydWV9XQ==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1c2e89a7-2a04-4cc7-a39b-d89f6c2d8fe1"/>
  <p:tag name="SLIDO_TIMELINE" val="W3sicG9sbFF1ZXN0aW9uVXVpZCI6IjA0MmJkYzQ2LWI2ZDUtNGJiNC05ZTMyLWVlOThiYTRiYWEwMCIsInNob3dSZXN1bHRzIjpmYWxzZX0seyJzaG93UmVzdWx0cyI6dHJ1ZSwicG9sbFF1ZXN0aW9uVXVpZCI6IjA0MmJkYzQ2LWI2ZDUtNGJiNC05ZTMyLWVlOThiYTRiYWEwMCJ9XQ==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10418510-b2a2-498f-91d9-a359e28dbae4"/>
  <p:tag name="SLIDO_TIMELINE" val="W3sicG9sbFF1ZXN0aW9uVXVpZCI6ImQwYWQ0ZWM5LWE2NjMtNDYzOS1iNThkLTQ3ZGU1ZTM5ZDllMiIsInNob3dSZXN1bHRzIjpmYWxzZX0seyJzaG93UmVzdWx0cyI6dHJ1ZSwicG9sbFF1ZXN0aW9uVXVpZCI6ImQwYWQ0ZWM5LWE2NjMtNDYzOS1iNThkLTQ3ZGU1ZTM5ZDllMiJ9XQ==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C41230"/>
      </a:dk1>
      <a:lt1>
        <a:srgbClr val="FAF9F7"/>
      </a:lt1>
      <a:dk2>
        <a:srgbClr val="C41230"/>
      </a:dk2>
      <a:lt2>
        <a:srgbClr val="FAF9F7"/>
      </a:lt2>
      <a:accent1>
        <a:srgbClr val="ECEDE2"/>
      </a:accent1>
      <a:accent2>
        <a:srgbClr val="941728"/>
      </a:accent2>
      <a:accent3>
        <a:srgbClr val="007B89"/>
      </a:accent3>
      <a:accent4>
        <a:srgbClr val="000000"/>
      </a:accent4>
      <a:accent5>
        <a:srgbClr val="262626"/>
      </a:accent5>
      <a:accent6>
        <a:srgbClr val="FFFFFF"/>
      </a:accent6>
      <a:hlink>
        <a:srgbClr val="007B89"/>
      </a:hlink>
      <a:folHlink>
        <a:srgbClr val="94172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26256</TotalTime>
  <Words>1294</Words>
  <Application>Microsoft Office PowerPoint</Application>
  <PresentationFormat>Widescreen</PresentationFormat>
  <Paragraphs>142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Lato Light</vt:lpstr>
      <vt:lpstr>Wingdings</vt:lpstr>
      <vt:lpstr>Arial</vt:lpstr>
      <vt:lpstr>Roboto Slab</vt:lpstr>
      <vt:lpstr>Lato</vt:lpstr>
      <vt:lpstr>Cambria Math</vt:lpstr>
      <vt:lpstr>Calibri</vt:lpstr>
      <vt:lpstr>Office Theme</vt:lpstr>
      <vt:lpstr>Machine Learning</vt:lpstr>
      <vt:lpstr>Exam 1 Review</vt:lpstr>
      <vt:lpstr>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Gradient Descent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 Classification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Classification Problems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</dc:title>
  <dc:creator>Orians, A.J.</dc:creator>
  <cp:lastModifiedBy>Martinez, Waldyn Gerardo</cp:lastModifiedBy>
  <cp:revision>195</cp:revision>
  <dcterms:modified xsi:type="dcterms:W3CDTF">2026-03-16T15:26:40Z</dcterms:modified>
</cp:coreProperties>
</file>